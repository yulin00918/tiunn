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4"/>
  </p:notesMasterIdLst>
  <p:sldIdLst>
    <p:sldId id="384" r:id="rId2"/>
    <p:sldId id="337" r:id="rId3"/>
    <p:sldId id="406" r:id="rId4"/>
    <p:sldId id="407" r:id="rId5"/>
    <p:sldId id="408" r:id="rId6"/>
    <p:sldId id="409" r:id="rId7"/>
    <p:sldId id="410" r:id="rId8"/>
    <p:sldId id="412" r:id="rId9"/>
    <p:sldId id="411" r:id="rId10"/>
    <p:sldId id="414" r:id="rId11"/>
    <p:sldId id="316" r:id="rId12"/>
    <p:sldId id="403" r:id="rId13"/>
  </p:sldIdLst>
  <p:sldSz cx="9144000" cy="5716588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Taiwanese Serif" panose="02000503000000020003" pitchFamily="2" charset="0"/>
      <p:regular r:id="rId21"/>
    </p:embeddedFont>
    <p:embeddedFont>
      <p:font typeface="台灣楷體" panose="02010604000101010101" pitchFamily="2" charset="-120"/>
      <p:regular r:id="rId22"/>
    </p:embeddedFont>
    <p:embeddedFont>
      <p:font typeface="微軟正黑體" panose="020B0604030504040204" pitchFamily="34" charset="-120"/>
      <p:regular r:id="rId23"/>
      <p:bold r:id="rId24"/>
    </p:embeddedFont>
  </p:embeddedFontLst>
  <p:defaultTextStyle>
    <a:defPPr>
      <a:defRPr lang="zh-TW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5F62"/>
    <a:srgbClr val="007B92"/>
    <a:srgbClr val="949179"/>
    <a:srgbClr val="76BA2E"/>
    <a:srgbClr val="FADADF"/>
    <a:srgbClr val="F6C2CB"/>
    <a:srgbClr val="D5F1F2"/>
    <a:srgbClr val="FFF5C0"/>
    <a:srgbClr val="FFFBE7"/>
    <a:srgbClr val="ED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97" autoAdjust="0"/>
    <p:restoredTop sz="94090" autoAdjust="0"/>
  </p:normalViewPr>
  <p:slideViewPr>
    <p:cSldViewPr snapToGrid="0" showGuides="1">
      <p:cViewPr varScale="1">
        <p:scale>
          <a:sx n="99" d="100"/>
          <a:sy n="99" d="100"/>
        </p:scale>
        <p:origin x="2775" y="90"/>
      </p:cViewPr>
      <p:guideLst>
        <p:guide orient="horz" pos="182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48F4CF-4DFB-45F8-98BD-DF193155D160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685800"/>
            <a:ext cx="54832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4A2E55-F8DC-41E1-A8AC-AC3D0B9EC62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50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562"/>
            <a:ext cx="6858000" cy="19902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2532"/>
            <a:ext cx="6858000" cy="138018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038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4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5178"/>
            <a:ext cx="7886700" cy="237794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5616"/>
            <a:ext cx="7886700" cy="1250503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0435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777"/>
            <a:ext cx="3886200" cy="362712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777"/>
            <a:ext cx="3886200" cy="362712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9562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356"/>
            <a:ext cx="7886700" cy="110494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1359"/>
            <a:ext cx="3868340" cy="68678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8143"/>
            <a:ext cx="3868340" cy="307134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1359"/>
            <a:ext cx="3887391" cy="68678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8143"/>
            <a:ext cx="3887391" cy="307134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136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023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9144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106"/>
            <a:ext cx="2949178" cy="13338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3083"/>
            <a:ext cx="4629150" cy="406248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976"/>
            <a:ext cx="2949178" cy="317720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893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106"/>
            <a:ext cx="2949178" cy="13338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3083"/>
            <a:ext cx="4629150" cy="4062483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976"/>
            <a:ext cx="2949178" cy="317720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074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159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355"/>
            <a:ext cx="1971675" cy="48445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355"/>
            <a:ext cx="5800725" cy="48445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8793D-D6BE-4D78-8158-92F56DDF0489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966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356"/>
            <a:ext cx="7886700" cy="11049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777"/>
            <a:ext cx="7886700" cy="36271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8431"/>
            <a:ext cx="20574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8793D-D6BE-4D78-8158-92F56DDF0489}" type="datetimeFigureOut">
              <a:rPr lang="zh-TW" altLang="en-US" smtClean="0"/>
              <a:t>2026/8/10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8431"/>
            <a:ext cx="30861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8431"/>
            <a:ext cx="2057400" cy="3043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4A3BA-D9FF-4A3A-8452-CEBE857ED07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266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hyperlink" Target="https://reurl.cc/4LelYR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3.xml"/><Relationship Id="rId18" Type="http://schemas.openxmlformats.org/officeDocument/2006/relationships/image" Target="../media/image17.png"/><Relationship Id="rId3" Type="http://schemas.microsoft.com/office/2007/relationships/media" Target="../media/media3.mp3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" Type="http://schemas.openxmlformats.org/officeDocument/2006/relationships/audio" Target="../media/media2.mp3"/><Relationship Id="rId16" Type="http://schemas.openxmlformats.org/officeDocument/2006/relationships/image" Target="../media/image15.png"/><Relationship Id="rId1" Type="http://schemas.microsoft.com/office/2007/relationships/media" Target="../media/media2.mp3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2.xml"/><Relationship Id="rId15" Type="http://schemas.openxmlformats.org/officeDocument/2006/relationships/slide" Target="slide4.xml"/><Relationship Id="rId10" Type="http://schemas.openxmlformats.org/officeDocument/2006/relationships/image" Target="../media/image11.png"/><Relationship Id="rId19" Type="http://schemas.openxmlformats.org/officeDocument/2006/relationships/image" Target="../media/image18.png"/><Relationship Id="rId4" Type="http://schemas.openxmlformats.org/officeDocument/2006/relationships/audio" Target="../media/media3.mp3"/><Relationship Id="rId9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2.png"/><Relationship Id="rId12" Type="http://schemas.openxmlformats.org/officeDocument/2006/relationships/image" Target="../media/image24.png"/><Relationship Id="rId2" Type="http://schemas.openxmlformats.org/officeDocument/2006/relationships/audio" Target="../media/media3.mp3"/><Relationship Id="rId16" Type="http://schemas.openxmlformats.org/officeDocument/2006/relationships/image" Target="../media/image4.png"/><Relationship Id="rId1" Type="http://schemas.microsoft.com/office/2007/relationships/media" Target="../media/media3.mp3"/><Relationship Id="rId6" Type="http://schemas.openxmlformats.org/officeDocument/2006/relationships/image" Target="../media/image21.png"/><Relationship Id="rId11" Type="http://schemas.openxmlformats.org/officeDocument/2006/relationships/slide" Target="slide2.xml"/><Relationship Id="rId5" Type="http://schemas.openxmlformats.org/officeDocument/2006/relationships/image" Target="../media/image20.png"/><Relationship Id="rId15" Type="http://schemas.openxmlformats.org/officeDocument/2006/relationships/image" Target="../media/image15.png"/><Relationship Id="rId10" Type="http://schemas.openxmlformats.org/officeDocument/2006/relationships/image" Target="../media/image13.png"/><Relationship Id="rId4" Type="http://schemas.openxmlformats.org/officeDocument/2006/relationships/image" Target="../media/image19.png"/><Relationship Id="rId9" Type="http://schemas.openxmlformats.org/officeDocument/2006/relationships/image" Target="../media/image10.png"/><Relationship Id="rId1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6.xml"/><Relationship Id="rId18" Type="http://schemas.openxmlformats.org/officeDocument/2006/relationships/image" Target="../media/image17.png"/><Relationship Id="rId3" Type="http://schemas.microsoft.com/office/2007/relationships/media" Target="../media/media5.mp3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" Type="http://schemas.openxmlformats.org/officeDocument/2006/relationships/audio" Target="../media/media4.mp3"/><Relationship Id="rId16" Type="http://schemas.openxmlformats.org/officeDocument/2006/relationships/image" Target="../media/image15.png"/><Relationship Id="rId1" Type="http://schemas.microsoft.com/office/2007/relationships/media" Target="../media/media4.mp3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2.xml"/><Relationship Id="rId15" Type="http://schemas.openxmlformats.org/officeDocument/2006/relationships/slide" Target="slide4.xml"/><Relationship Id="rId10" Type="http://schemas.openxmlformats.org/officeDocument/2006/relationships/image" Target="../media/image11.png"/><Relationship Id="rId19" Type="http://schemas.openxmlformats.org/officeDocument/2006/relationships/image" Target="../media/image18.png"/><Relationship Id="rId4" Type="http://schemas.openxmlformats.org/officeDocument/2006/relationships/audio" Target="../media/media5.mp3"/><Relationship Id="rId9" Type="http://schemas.openxmlformats.org/officeDocument/2006/relationships/image" Target="../media/image26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6.xml"/><Relationship Id="rId18" Type="http://schemas.openxmlformats.org/officeDocument/2006/relationships/image" Target="../media/image17.png"/><Relationship Id="rId3" Type="http://schemas.microsoft.com/office/2007/relationships/media" Target="../media/media7.mp3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" Type="http://schemas.openxmlformats.org/officeDocument/2006/relationships/audio" Target="../media/media6.mp3"/><Relationship Id="rId16" Type="http://schemas.openxmlformats.org/officeDocument/2006/relationships/image" Target="../media/image15.png"/><Relationship Id="rId1" Type="http://schemas.microsoft.com/office/2007/relationships/media" Target="../media/media6.mp3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2.xml"/><Relationship Id="rId15" Type="http://schemas.openxmlformats.org/officeDocument/2006/relationships/slide" Target="slide4.xml"/><Relationship Id="rId10" Type="http://schemas.openxmlformats.org/officeDocument/2006/relationships/image" Target="../media/image11.png"/><Relationship Id="rId19" Type="http://schemas.openxmlformats.org/officeDocument/2006/relationships/image" Target="../media/image18.png"/><Relationship Id="rId4" Type="http://schemas.openxmlformats.org/officeDocument/2006/relationships/audio" Target="../media/media7.mp3"/><Relationship Id="rId9" Type="http://schemas.openxmlformats.org/officeDocument/2006/relationships/image" Target="../media/image28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slide" Target="slide4.xml"/><Relationship Id="rId18" Type="http://schemas.openxmlformats.org/officeDocument/2006/relationships/slide" Target="slide5.xml"/><Relationship Id="rId3" Type="http://schemas.microsoft.com/office/2007/relationships/media" Target="../media/media7.mp3"/><Relationship Id="rId7" Type="http://schemas.openxmlformats.org/officeDocument/2006/relationships/image" Target="../media/image20.png"/><Relationship Id="rId12" Type="http://schemas.openxmlformats.org/officeDocument/2006/relationships/image" Target="../media/image13.png"/><Relationship Id="rId17" Type="http://schemas.openxmlformats.org/officeDocument/2006/relationships/image" Target="../media/image28.png"/><Relationship Id="rId2" Type="http://schemas.openxmlformats.org/officeDocument/2006/relationships/audio" Target="../media/media5.mp3"/><Relationship Id="rId16" Type="http://schemas.openxmlformats.org/officeDocument/2006/relationships/image" Target="../media/image15.png"/><Relationship Id="rId1" Type="http://schemas.microsoft.com/office/2007/relationships/media" Target="../media/media5.mp3"/><Relationship Id="rId6" Type="http://schemas.openxmlformats.org/officeDocument/2006/relationships/image" Target="../media/image19.png"/><Relationship Id="rId11" Type="http://schemas.openxmlformats.org/officeDocument/2006/relationships/image" Target="../media/image26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29.png"/><Relationship Id="rId10" Type="http://schemas.openxmlformats.org/officeDocument/2006/relationships/image" Target="../media/image23.png"/><Relationship Id="rId19" Type="http://schemas.openxmlformats.org/officeDocument/2006/relationships/image" Target="../media/image4.png"/><Relationship Id="rId4" Type="http://schemas.openxmlformats.org/officeDocument/2006/relationships/audio" Target="../media/media7.mp3"/><Relationship Id="rId9" Type="http://schemas.openxmlformats.org/officeDocument/2006/relationships/image" Target="../media/image22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8.png"/><Relationship Id="rId15" Type="http://schemas.openxmlformats.org/officeDocument/2006/relationships/image" Target="../media/image6.pn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slide" Target="slide4.xml"/><Relationship Id="rId14" Type="http://schemas.openxmlformats.org/officeDocument/2006/relationships/hyperlink" Target="https://reurl.cc/rEG02k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audio" Target="../media/media12.mp3"/><Relationship Id="rId13" Type="http://schemas.openxmlformats.org/officeDocument/2006/relationships/image" Target="../media/image8.png"/><Relationship Id="rId18" Type="http://schemas.openxmlformats.org/officeDocument/2006/relationships/image" Target="../media/image32.png"/><Relationship Id="rId26" Type="http://schemas.openxmlformats.org/officeDocument/2006/relationships/image" Target="../media/image15.png"/><Relationship Id="rId3" Type="http://schemas.microsoft.com/office/2007/relationships/media" Target="../media/media10.mp3"/><Relationship Id="rId21" Type="http://schemas.openxmlformats.org/officeDocument/2006/relationships/image" Target="../media/image12.png"/><Relationship Id="rId7" Type="http://schemas.microsoft.com/office/2007/relationships/media" Target="../media/media12.mp3"/><Relationship Id="rId12" Type="http://schemas.openxmlformats.org/officeDocument/2006/relationships/image" Target="../media/image7.png"/><Relationship Id="rId17" Type="http://schemas.openxmlformats.org/officeDocument/2006/relationships/image" Target="../media/image31.png"/><Relationship Id="rId25" Type="http://schemas.openxmlformats.org/officeDocument/2006/relationships/slide" Target="slide4.xml"/><Relationship Id="rId2" Type="http://schemas.openxmlformats.org/officeDocument/2006/relationships/audio" Target="../media/media9.mp3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29" Type="http://schemas.openxmlformats.org/officeDocument/2006/relationships/image" Target="../media/image18.png"/><Relationship Id="rId1" Type="http://schemas.microsoft.com/office/2007/relationships/media" Target="../media/media9.mp3"/><Relationship Id="rId6" Type="http://schemas.openxmlformats.org/officeDocument/2006/relationships/audio" Target="../media/media11.mp3"/><Relationship Id="rId11" Type="http://schemas.openxmlformats.org/officeDocument/2006/relationships/slideLayout" Target="../slideLayouts/slideLayout2.xml"/><Relationship Id="rId24" Type="http://schemas.openxmlformats.org/officeDocument/2006/relationships/image" Target="../media/image35.png"/><Relationship Id="rId5" Type="http://schemas.microsoft.com/office/2007/relationships/media" Target="../media/media11.mp3"/><Relationship Id="rId15" Type="http://schemas.openxmlformats.org/officeDocument/2006/relationships/image" Target="../media/image30.png"/><Relationship Id="rId23" Type="http://schemas.openxmlformats.org/officeDocument/2006/relationships/slide" Target="slide11.xml"/><Relationship Id="rId28" Type="http://schemas.openxmlformats.org/officeDocument/2006/relationships/image" Target="../media/image17.png"/><Relationship Id="rId10" Type="http://schemas.openxmlformats.org/officeDocument/2006/relationships/audio" Target="../media/media13.mp3"/><Relationship Id="rId19" Type="http://schemas.openxmlformats.org/officeDocument/2006/relationships/image" Target="../media/image33.png"/><Relationship Id="rId4" Type="http://schemas.openxmlformats.org/officeDocument/2006/relationships/audio" Target="../media/media10.mp3"/><Relationship Id="rId9" Type="http://schemas.microsoft.com/office/2007/relationships/media" Target="../media/media13.mp3"/><Relationship Id="rId14" Type="http://schemas.openxmlformats.org/officeDocument/2006/relationships/image" Target="../media/image9.png"/><Relationship Id="rId22" Type="http://schemas.openxmlformats.org/officeDocument/2006/relationships/image" Target="../media/image34.png"/><Relationship Id="rId27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12.xml"/><Relationship Id="rId18" Type="http://schemas.openxmlformats.org/officeDocument/2006/relationships/image" Target="../media/image17.png"/><Relationship Id="rId3" Type="http://schemas.microsoft.com/office/2007/relationships/media" Target="../media/media15.mp3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" Type="http://schemas.openxmlformats.org/officeDocument/2006/relationships/audio" Target="../media/media14.mp3"/><Relationship Id="rId16" Type="http://schemas.openxmlformats.org/officeDocument/2006/relationships/image" Target="../media/image15.png"/><Relationship Id="rId1" Type="http://schemas.microsoft.com/office/2007/relationships/media" Target="../media/media14.mp3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2.xml"/><Relationship Id="rId15" Type="http://schemas.openxmlformats.org/officeDocument/2006/relationships/slide" Target="slide4.xml"/><Relationship Id="rId10" Type="http://schemas.openxmlformats.org/officeDocument/2006/relationships/image" Target="../media/image11.png"/><Relationship Id="rId19" Type="http://schemas.openxmlformats.org/officeDocument/2006/relationships/image" Target="../media/image18.png"/><Relationship Id="rId4" Type="http://schemas.openxmlformats.org/officeDocument/2006/relationships/audio" Target="../media/media15.mp3"/><Relationship Id="rId9" Type="http://schemas.openxmlformats.org/officeDocument/2006/relationships/image" Target="../media/image36.png"/><Relationship Id="rId14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slide" Target="slide12.xml"/><Relationship Id="rId18" Type="http://schemas.openxmlformats.org/officeDocument/2006/relationships/image" Target="../media/image17.png"/><Relationship Id="rId3" Type="http://schemas.microsoft.com/office/2007/relationships/media" Target="../media/media17.mp3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" Type="http://schemas.openxmlformats.org/officeDocument/2006/relationships/audio" Target="../media/media16.mp3"/><Relationship Id="rId16" Type="http://schemas.openxmlformats.org/officeDocument/2006/relationships/image" Target="../media/image15.png"/><Relationship Id="rId1" Type="http://schemas.microsoft.com/office/2007/relationships/media" Target="../media/media16.mp3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slideLayout" Target="../slideLayouts/slideLayout2.xml"/><Relationship Id="rId15" Type="http://schemas.openxmlformats.org/officeDocument/2006/relationships/slide" Target="slide4.xml"/><Relationship Id="rId10" Type="http://schemas.openxmlformats.org/officeDocument/2006/relationships/image" Target="../media/image11.png"/><Relationship Id="rId19" Type="http://schemas.openxmlformats.org/officeDocument/2006/relationships/image" Target="../media/image18.png"/><Relationship Id="rId4" Type="http://schemas.openxmlformats.org/officeDocument/2006/relationships/audio" Target="../media/media17.mp3"/><Relationship Id="rId9" Type="http://schemas.openxmlformats.org/officeDocument/2006/relationships/image" Target="../media/image38.png"/><Relationship Id="rId1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0.png"/><Relationship Id="rId18" Type="http://schemas.openxmlformats.org/officeDocument/2006/relationships/image" Target="../media/image24.png"/><Relationship Id="rId3" Type="http://schemas.microsoft.com/office/2007/relationships/media" Target="../media/media11.mp3"/><Relationship Id="rId21" Type="http://schemas.openxmlformats.org/officeDocument/2006/relationships/image" Target="../media/image40.png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3.png"/><Relationship Id="rId17" Type="http://schemas.openxmlformats.org/officeDocument/2006/relationships/slide" Target="slide8.xml"/><Relationship Id="rId2" Type="http://schemas.openxmlformats.org/officeDocument/2006/relationships/audio" Target="../media/media10.mp3"/><Relationship Id="rId16" Type="http://schemas.openxmlformats.org/officeDocument/2006/relationships/image" Target="../media/image13.png"/><Relationship Id="rId20" Type="http://schemas.openxmlformats.org/officeDocument/2006/relationships/image" Target="../media/image39.png"/><Relationship Id="rId1" Type="http://schemas.microsoft.com/office/2007/relationships/media" Target="../media/media10.mp3"/><Relationship Id="rId6" Type="http://schemas.openxmlformats.org/officeDocument/2006/relationships/audio" Target="../media/media12.mp3"/><Relationship Id="rId11" Type="http://schemas.openxmlformats.org/officeDocument/2006/relationships/image" Target="../media/image22.png"/><Relationship Id="rId24" Type="http://schemas.openxmlformats.org/officeDocument/2006/relationships/image" Target="../media/image4.png"/><Relationship Id="rId5" Type="http://schemas.microsoft.com/office/2007/relationships/media" Target="../media/media12.mp3"/><Relationship Id="rId15" Type="http://schemas.openxmlformats.org/officeDocument/2006/relationships/image" Target="../media/image32.png"/><Relationship Id="rId23" Type="http://schemas.openxmlformats.org/officeDocument/2006/relationships/image" Target="../media/image15.png"/><Relationship Id="rId10" Type="http://schemas.openxmlformats.org/officeDocument/2006/relationships/image" Target="../media/image21.png"/><Relationship Id="rId19" Type="http://schemas.openxmlformats.org/officeDocument/2006/relationships/slide" Target="slide12.xml"/><Relationship Id="rId4" Type="http://schemas.openxmlformats.org/officeDocument/2006/relationships/audio" Target="../media/media11.mp3"/><Relationship Id="rId9" Type="http://schemas.openxmlformats.org/officeDocument/2006/relationships/image" Target="../media/image20.png"/><Relationship Id="rId14" Type="http://schemas.openxmlformats.org/officeDocument/2006/relationships/image" Target="../media/image31.png"/><Relationship Id="rId22" Type="http://schemas.openxmlformats.org/officeDocument/2006/relationships/slide" Target="slide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3.png"/><Relationship Id="rId18" Type="http://schemas.openxmlformats.org/officeDocument/2006/relationships/slide" Target="slide11.xml"/><Relationship Id="rId26" Type="http://schemas.openxmlformats.org/officeDocument/2006/relationships/image" Target="../media/image4.png"/><Relationship Id="rId3" Type="http://schemas.microsoft.com/office/2007/relationships/media" Target="../media/media15.mp3"/><Relationship Id="rId21" Type="http://schemas.openxmlformats.org/officeDocument/2006/relationships/slide" Target="slide4.xml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23.png"/><Relationship Id="rId17" Type="http://schemas.openxmlformats.org/officeDocument/2006/relationships/slide" Target="slide10.xml"/><Relationship Id="rId25" Type="http://schemas.openxmlformats.org/officeDocument/2006/relationships/image" Target="../media/image22.png"/><Relationship Id="rId2" Type="http://schemas.openxmlformats.org/officeDocument/2006/relationships/audio" Target="../media/media13.mp3"/><Relationship Id="rId16" Type="http://schemas.openxmlformats.org/officeDocument/2006/relationships/slide" Target="slide9.xml"/><Relationship Id="rId20" Type="http://schemas.openxmlformats.org/officeDocument/2006/relationships/image" Target="../media/image42.png"/><Relationship Id="rId1" Type="http://schemas.microsoft.com/office/2007/relationships/media" Target="../media/media13.mp3"/><Relationship Id="rId6" Type="http://schemas.openxmlformats.org/officeDocument/2006/relationships/audio" Target="../media/media17.mp3"/><Relationship Id="rId11" Type="http://schemas.openxmlformats.org/officeDocument/2006/relationships/image" Target="../media/image24.png"/><Relationship Id="rId24" Type="http://schemas.openxmlformats.org/officeDocument/2006/relationships/image" Target="../media/image21.png"/><Relationship Id="rId5" Type="http://schemas.microsoft.com/office/2007/relationships/media" Target="../media/media17.mp3"/><Relationship Id="rId15" Type="http://schemas.openxmlformats.org/officeDocument/2006/relationships/image" Target="../media/image38.png"/><Relationship Id="rId23" Type="http://schemas.openxmlformats.org/officeDocument/2006/relationships/image" Target="../media/image20.png"/><Relationship Id="rId10" Type="http://schemas.openxmlformats.org/officeDocument/2006/relationships/slide" Target="slide8.xml"/><Relationship Id="rId19" Type="http://schemas.openxmlformats.org/officeDocument/2006/relationships/image" Target="../media/image41.png"/><Relationship Id="rId4" Type="http://schemas.openxmlformats.org/officeDocument/2006/relationships/audio" Target="../media/media15.mp3"/><Relationship Id="rId9" Type="http://schemas.openxmlformats.org/officeDocument/2006/relationships/image" Target="../media/image33.png"/><Relationship Id="rId14" Type="http://schemas.openxmlformats.org/officeDocument/2006/relationships/image" Target="../media/image36.png"/><Relationship Id="rId2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>
            <a:extLst>
              <a:ext uri="{FF2B5EF4-FFF2-40B4-BE49-F238E27FC236}">
                <a16:creationId xmlns:a16="http://schemas.microsoft.com/office/drawing/2014/main" id="{60899735-2C65-41EC-A442-088CEB78A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-1491"/>
            <a:ext cx="9143996" cy="571957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84532A2-B719-42D3-BB2F-4DB63A1B71D6}"/>
              </a:ext>
            </a:extLst>
          </p:cNvPr>
          <p:cNvSpPr txBox="1"/>
          <p:nvPr/>
        </p:nvSpPr>
        <p:spPr>
          <a:xfrm>
            <a:off x="947367" y="1483979"/>
            <a:ext cx="4855244" cy="3126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肉粽是真濟人佮意的點心，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嘛是五日節代表的食食。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臺灣一到五日節，新聞就開始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播送「北部粽」、「南部粽」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的大捙拚。對天氣來講，五日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節嘛是有指標性的，會使講是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正式交接到熱人的時</a:t>
            </a:r>
            <a:r>
              <a:rPr lang="en-US" altLang="zh-TW" sz="2400" b="1" baseline="30000" dirty="0">
                <a:latin typeface="台灣楷體" panose="02010604000101010101" pitchFamily="2" charset="-120"/>
                <a:ea typeface="台灣楷體" panose="02010604000101010101" pitchFamily="2" charset="-120"/>
              </a:rPr>
              <a:t>......</a:t>
            </a: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608C206-967C-465B-956E-94CD26E51B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35" y="843773"/>
            <a:ext cx="4449130" cy="576146"/>
          </a:xfrm>
          <a:prstGeom prst="rect">
            <a:avLst/>
          </a:prstGeom>
        </p:spPr>
      </p:pic>
      <p:grpSp>
        <p:nvGrpSpPr>
          <p:cNvPr id="15" name="頁碼">
            <a:extLst>
              <a:ext uri="{FF2B5EF4-FFF2-40B4-BE49-F238E27FC236}">
                <a16:creationId xmlns:a16="http://schemas.microsoft.com/office/drawing/2014/main" id="{5DBFA5DE-3C9B-456D-9DF0-92CEE57CF065}"/>
              </a:ext>
            </a:extLst>
          </p:cNvPr>
          <p:cNvGrpSpPr/>
          <p:nvPr/>
        </p:nvGrpSpPr>
        <p:grpSpPr>
          <a:xfrm>
            <a:off x="8478589" y="5509306"/>
            <a:ext cx="419400" cy="215444"/>
            <a:chOff x="8478589" y="5509306"/>
            <a:chExt cx="419400" cy="215444"/>
          </a:xfrm>
        </p:grpSpPr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78DB2620-18FB-40AA-BDD2-E365D22B16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8601" y="5510830"/>
              <a:ext cx="399388" cy="204233"/>
            </a:xfrm>
            <a:prstGeom prst="rect">
              <a:avLst/>
            </a:prstGeom>
          </p:spPr>
        </p:pic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2232B9D4-8EED-49FB-89D6-A5E70C005195}"/>
                </a:ext>
              </a:extLst>
            </p:cNvPr>
            <p:cNvSpPr txBox="1"/>
            <p:nvPr/>
          </p:nvSpPr>
          <p:spPr>
            <a:xfrm>
              <a:off x="8478589" y="5509306"/>
              <a:ext cx="4194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 dirty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054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2" name="004P054前言(00_26)">
            <a:hlinkClick r:id="" action="ppaction://media"/>
            <a:extLst>
              <a:ext uri="{FF2B5EF4-FFF2-40B4-BE49-F238E27FC236}">
                <a16:creationId xmlns:a16="http://schemas.microsoft.com/office/drawing/2014/main" id="{7A12CF56-2144-45DC-8F36-5462EE70AB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769" y="4298455"/>
            <a:ext cx="478800" cy="478800"/>
          </a:xfrm>
          <a:prstGeom prst="rect">
            <a:avLst/>
          </a:prstGeom>
        </p:spPr>
      </p:pic>
      <p:grpSp>
        <p:nvGrpSpPr>
          <p:cNvPr id="20" name="群組 19">
            <a:extLst>
              <a:ext uri="{FF2B5EF4-FFF2-40B4-BE49-F238E27FC236}">
                <a16:creationId xmlns:a16="http://schemas.microsoft.com/office/drawing/2014/main" id="{0B2AEF47-849E-4F32-B18F-C1C05FE1005D}"/>
              </a:ext>
            </a:extLst>
          </p:cNvPr>
          <p:cNvGrpSpPr/>
          <p:nvPr/>
        </p:nvGrpSpPr>
        <p:grpSpPr>
          <a:xfrm>
            <a:off x="663696" y="4670109"/>
            <a:ext cx="3195222" cy="720000"/>
            <a:chOff x="3629469" y="3139565"/>
            <a:chExt cx="3195222" cy="720000"/>
          </a:xfrm>
        </p:grpSpPr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2D82E9A9-25F9-497E-8902-18B22690F636}"/>
                </a:ext>
              </a:extLst>
            </p:cNvPr>
            <p:cNvGrpSpPr/>
            <p:nvPr/>
          </p:nvGrpSpPr>
          <p:grpSpPr>
            <a:xfrm>
              <a:off x="4066090" y="3272680"/>
              <a:ext cx="2758601" cy="453770"/>
              <a:chOff x="4499999" y="2253098"/>
              <a:chExt cx="2758601" cy="453770"/>
            </a:xfrm>
          </p:grpSpPr>
          <p:pic>
            <p:nvPicPr>
              <p:cNvPr id="23" name="圖片 22">
                <a:extLst>
                  <a:ext uri="{FF2B5EF4-FFF2-40B4-BE49-F238E27FC236}">
                    <a16:creationId xmlns:a16="http://schemas.microsoft.com/office/drawing/2014/main" id="{520D8CCB-71DA-46D4-A9AB-611AB2AB410D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3" r="35308"/>
              <a:stretch/>
            </p:blipFill>
            <p:spPr>
              <a:xfrm>
                <a:off x="4499999" y="2253098"/>
                <a:ext cx="2758601" cy="453770"/>
              </a:xfrm>
              <a:prstGeom prst="rect">
                <a:avLst/>
              </a:prstGeom>
            </p:spPr>
          </p:pic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1DB6EAC-670E-4554-8DDB-1F2844CDC2F7}"/>
                  </a:ext>
                </a:extLst>
              </p:cNvPr>
              <p:cNvSpPr txBox="1"/>
              <p:nvPr/>
            </p:nvSpPr>
            <p:spPr>
              <a:xfrm>
                <a:off x="4753877" y="2346830"/>
                <a:ext cx="2426609" cy="24622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altLang="zh-TW" sz="100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【</a:t>
                </a:r>
                <a:r>
                  <a:rPr lang="zh-TW" altLang="en-US" sz="100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台語聽有無</a:t>
                </a:r>
                <a:r>
                  <a:rPr lang="en-US" altLang="zh-TW" sz="100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】</a:t>
                </a:r>
                <a:r>
                  <a:rPr lang="zh-TW" altLang="en-US" sz="100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端午節風俗台語按怎講</a:t>
                </a:r>
              </a:p>
            </p:txBody>
          </p:sp>
        </p:grpSp>
        <p:pic>
          <p:nvPicPr>
            <p:cNvPr id="22" name="圖片 21">
              <a:hlinkClick r:id="rId9"/>
              <a:extLst>
                <a:ext uri="{FF2B5EF4-FFF2-40B4-BE49-F238E27FC236}">
                  <a16:creationId xmlns:a16="http://schemas.microsoft.com/office/drawing/2014/main" id="{5D32D4CB-351D-44B3-A4A7-225234AB1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9469" y="3139565"/>
              <a:ext cx="689342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53658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圖片 101">
            <a:extLst>
              <a:ext uri="{FF2B5EF4-FFF2-40B4-BE49-F238E27FC236}">
                <a16:creationId xmlns:a16="http://schemas.microsoft.com/office/drawing/2014/main" id="{899C859F-1A29-44E3-9871-F8520DF017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103" name="圖片 102">
            <a:extLst>
              <a:ext uri="{FF2B5EF4-FFF2-40B4-BE49-F238E27FC236}">
                <a16:creationId xmlns:a16="http://schemas.microsoft.com/office/drawing/2014/main" id="{420AB212-D7AA-47BA-996F-1FC128D7F3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4286837E-6A9F-4216-850D-C5539A74887F}"/>
              </a:ext>
            </a:extLst>
          </p:cNvPr>
          <p:cNvSpPr txBox="1"/>
          <p:nvPr/>
        </p:nvSpPr>
        <p:spPr>
          <a:xfrm>
            <a:off x="660053" y="1113061"/>
            <a:ext cx="8069356" cy="180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一下到五日節，「未食五日節粽，破</a:t>
            </a:r>
            <a:r>
              <a:rPr lang="zh-TW" altLang="en-US" sz="2200" b="1" u="sng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裘</a:t>
            </a:r>
            <a:r>
              <a:rPr lang="en-US" altLang="zh-TW" sz="2200" b="1" u="sng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1</a:t>
            </a:r>
            <a:r>
              <a:rPr lang="en-US" altLang="zh-TW" sz="2200" b="1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毋甘放」這句俗語，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四界攏聽會著，若像隨時會鼻著人咧煠肉粽的芳味。這句俗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語，勸人天氣多變化，五日節過才算熱天，甘願予衫做奴才，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毋通欲穿揣無路來。</a:t>
            </a:r>
          </a:p>
        </p:txBody>
      </p:sp>
      <p:grpSp>
        <p:nvGrpSpPr>
          <p:cNvPr id="105" name="註解文字01">
            <a:extLst>
              <a:ext uri="{FF2B5EF4-FFF2-40B4-BE49-F238E27FC236}">
                <a16:creationId xmlns:a16="http://schemas.microsoft.com/office/drawing/2014/main" id="{0D178334-9A29-467D-A6DA-9E0DF4C266CA}"/>
              </a:ext>
            </a:extLst>
          </p:cNvPr>
          <p:cNvGrpSpPr/>
          <p:nvPr/>
        </p:nvGrpSpPr>
        <p:grpSpPr>
          <a:xfrm>
            <a:off x="27252" y="3404445"/>
            <a:ext cx="8834244" cy="2135399"/>
            <a:chOff x="28216" y="3382206"/>
            <a:chExt cx="8834244" cy="2135399"/>
          </a:xfrm>
        </p:grpSpPr>
        <p:pic>
          <p:nvPicPr>
            <p:cNvPr id="106" name="圖片 105">
              <a:extLst>
                <a:ext uri="{FF2B5EF4-FFF2-40B4-BE49-F238E27FC236}">
                  <a16:creationId xmlns:a16="http://schemas.microsoft.com/office/drawing/2014/main" id="{4C719E36-85DE-4358-9901-D2BB1F2A2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107" name="圖片 106">
              <a:extLst>
                <a:ext uri="{FF2B5EF4-FFF2-40B4-BE49-F238E27FC236}">
                  <a16:creationId xmlns:a16="http://schemas.microsoft.com/office/drawing/2014/main" id="{1A7D4A3B-1955-4BAF-ADED-C99061CBD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3663" y="3776330"/>
              <a:ext cx="1829035" cy="460680"/>
            </a:xfrm>
            <a:prstGeom prst="rect">
              <a:avLst/>
            </a:prstGeom>
          </p:spPr>
        </p:pic>
        <p:sp>
          <p:nvSpPr>
            <p:cNvPr id="108" name="文字方塊 107">
              <a:extLst>
                <a:ext uri="{FF2B5EF4-FFF2-40B4-BE49-F238E27FC236}">
                  <a16:creationId xmlns:a16="http://schemas.microsoft.com/office/drawing/2014/main" id="{F3DB2243-6E49-43AD-AB31-EAC5104A77FA}"/>
                </a:ext>
              </a:extLst>
            </p:cNvPr>
            <p:cNvSpPr txBox="1"/>
            <p:nvPr/>
          </p:nvSpPr>
          <p:spPr>
            <a:xfrm>
              <a:off x="1421297" y="4200750"/>
              <a:ext cx="7336327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 dirty="0" err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hiû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109" name="文字方塊 108">
              <a:extLst>
                <a:ext uri="{FF2B5EF4-FFF2-40B4-BE49-F238E27FC236}">
                  <a16:creationId xmlns:a16="http://schemas.microsoft.com/office/drawing/2014/main" id="{81FEA21C-DFFF-4E60-8806-81A7A31992B6}"/>
                </a:ext>
              </a:extLst>
            </p:cNvPr>
            <p:cNvSpPr txBox="1"/>
            <p:nvPr/>
          </p:nvSpPr>
          <p:spPr>
            <a:xfrm>
              <a:off x="1421297" y="4657262"/>
              <a:ext cx="7336327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有夾層的厚衣外套。</a:t>
              </a:r>
            </a:p>
          </p:txBody>
        </p:sp>
      </p:grpSp>
      <p:grpSp>
        <p:nvGrpSpPr>
          <p:cNvPr id="110" name="翻譯文字">
            <a:extLst>
              <a:ext uri="{FF2B5EF4-FFF2-40B4-BE49-F238E27FC236}">
                <a16:creationId xmlns:a16="http://schemas.microsoft.com/office/drawing/2014/main" id="{2B59DEE9-EA37-44E5-9961-84B7F643B683}"/>
              </a:ext>
            </a:extLst>
          </p:cNvPr>
          <p:cNvGrpSpPr/>
          <p:nvPr/>
        </p:nvGrpSpPr>
        <p:grpSpPr>
          <a:xfrm>
            <a:off x="9221661" y="3379731"/>
            <a:ext cx="8834244" cy="2135399"/>
            <a:chOff x="9220638" y="3382206"/>
            <a:chExt cx="8834244" cy="2135399"/>
          </a:xfrm>
        </p:grpSpPr>
        <p:pic>
          <p:nvPicPr>
            <p:cNvPr id="111" name="圖片 110">
              <a:extLst>
                <a:ext uri="{FF2B5EF4-FFF2-40B4-BE49-F238E27FC236}">
                  <a16:creationId xmlns:a16="http://schemas.microsoft.com/office/drawing/2014/main" id="{1FC8B07C-F32E-4BFF-8B5E-D59F3E6EA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1DC5A609-B2EF-4659-A1A1-35080D5F67E9}"/>
                </a:ext>
              </a:extLst>
            </p:cNvPr>
            <p:cNvSpPr txBox="1"/>
            <p:nvPr/>
          </p:nvSpPr>
          <p:spPr>
            <a:xfrm>
              <a:off x="9739878" y="3611369"/>
              <a:ext cx="8261216" cy="1728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一到端午節，「還沒吃端午節粽，破棉襖先不要收」這句俗語，</a:t>
              </a:r>
              <a:br>
                <a:rPr lang="en-US" altLang="zh-TW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到處都聽得到，就像隨時會聞到在煮肉粽的香味一樣。這句俗語，</a:t>
              </a:r>
              <a:br>
                <a:rPr lang="en-US" altLang="zh-TW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勸人天氣多變化，端午節過後才算夏天，在這之前，甘願做衣服的</a:t>
              </a:r>
              <a:br>
                <a:rPr lang="en-US" altLang="zh-TW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奴才，也不要在需要時找不到大衣穿。</a:t>
              </a:r>
              <a:endParaRPr lang="zh-TW" altLang="en-US" sz="21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133" name="翻譯按鈕">
            <a:extLst>
              <a:ext uri="{FF2B5EF4-FFF2-40B4-BE49-F238E27FC236}">
                <a16:creationId xmlns:a16="http://schemas.microsoft.com/office/drawing/2014/main" id="{4CA393AD-F8C9-4B64-AE62-77B97441DC8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907" y="257566"/>
            <a:ext cx="567001" cy="567001"/>
          </a:xfrm>
          <a:prstGeom prst="rect">
            <a:avLst/>
          </a:prstGeom>
        </p:spPr>
      </p:pic>
      <p:sp>
        <p:nvSpPr>
          <p:cNvPr id="138" name="註解點選框-01">
            <a:extLst>
              <a:ext uri="{FF2B5EF4-FFF2-40B4-BE49-F238E27FC236}">
                <a16:creationId xmlns:a16="http://schemas.microsoft.com/office/drawing/2014/main" id="{C53A2F6D-260B-475F-A76F-57EC932B4C34}"/>
              </a:ext>
            </a:extLst>
          </p:cNvPr>
          <p:cNvSpPr/>
          <p:nvPr/>
        </p:nvSpPr>
        <p:spPr>
          <a:xfrm>
            <a:off x="5052088" y="1183147"/>
            <a:ext cx="735103" cy="42962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39" name="頁碼">
            <a:extLst>
              <a:ext uri="{FF2B5EF4-FFF2-40B4-BE49-F238E27FC236}">
                <a16:creationId xmlns:a16="http://schemas.microsoft.com/office/drawing/2014/main" id="{25755A6B-20CB-4505-A9D0-96C51FB1ED56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140" name="圖片 139">
              <a:extLst>
                <a:ext uri="{FF2B5EF4-FFF2-40B4-BE49-F238E27FC236}">
                  <a16:creationId xmlns:a16="http://schemas.microsoft.com/office/drawing/2014/main" id="{A8192ECF-E0C1-438B-BA05-B07655BEE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BA749358-DC0F-4A74-898F-85E4FB53E669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 dirty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056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156" name="圖片 155">
            <a:hlinkClick r:id="rId13" action="ppaction://hlinksldjump"/>
            <a:extLst>
              <a:ext uri="{FF2B5EF4-FFF2-40B4-BE49-F238E27FC236}">
                <a16:creationId xmlns:a16="http://schemas.microsoft.com/office/drawing/2014/main" id="{7DA95E32-6C78-4665-9B6D-B748CEC1868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1952544"/>
            <a:ext cx="233202" cy="1262035"/>
          </a:xfrm>
          <a:prstGeom prst="rect">
            <a:avLst/>
          </a:prstGeom>
        </p:spPr>
      </p:pic>
      <p:pic>
        <p:nvPicPr>
          <p:cNvPr id="157" name="圖片 156">
            <a:hlinkClick r:id="rId15" action="ppaction://hlinksldjump"/>
            <a:extLst>
              <a:ext uri="{FF2B5EF4-FFF2-40B4-BE49-F238E27FC236}">
                <a16:creationId xmlns:a16="http://schemas.microsoft.com/office/drawing/2014/main" id="{79F2E60F-BA3E-404E-9B0E-3E098ADFB6D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172" name="圖片 171">
            <a:extLst>
              <a:ext uri="{FF2B5EF4-FFF2-40B4-BE49-F238E27FC236}">
                <a16:creationId xmlns:a16="http://schemas.microsoft.com/office/drawing/2014/main" id="{EF3F21C9-AFF0-4926-AE72-28A9CDCE18B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4435412" cy="868792"/>
          </a:xfrm>
          <a:prstGeom prst="rect">
            <a:avLst/>
          </a:prstGeom>
        </p:spPr>
      </p:pic>
      <p:pic>
        <p:nvPicPr>
          <p:cNvPr id="4" name="004P056未食五日節-01(00_30)">
            <a:hlinkClick r:id="" action="ppaction://media"/>
            <a:extLst>
              <a:ext uri="{FF2B5EF4-FFF2-40B4-BE49-F238E27FC236}">
                <a16:creationId xmlns:a16="http://schemas.microsoft.com/office/drawing/2014/main" id="{B6A5D2F8-4723-47F3-A198-6A531FF4EB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779" y="257566"/>
            <a:ext cx="567001" cy="567001"/>
          </a:xfrm>
          <a:prstGeom prst="rect">
            <a:avLst/>
          </a:prstGeom>
        </p:spPr>
      </p:pic>
      <p:pic>
        <p:nvPicPr>
          <p:cNvPr id="24" name="004P056註解-01裘(00_01)">
            <a:hlinkClick r:id="" action="ppaction://media"/>
            <a:extLst>
              <a:ext uri="{FF2B5EF4-FFF2-40B4-BE49-F238E27FC236}">
                <a16:creationId xmlns:a16="http://schemas.microsoft.com/office/drawing/2014/main" id="{456553DC-0730-4DFA-A896-2221ECD1890A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144" y="3284312"/>
            <a:ext cx="448114" cy="32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2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18000" fill="hold" nodeType="afterEffect" p14:presetBounceEnd="1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18000">
                                          <p:cBhvr additive="base">
                                            <p:cTn id="7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18000">
                                          <p:cBhvr additive="base">
                                            <p:cTn id="8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4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6" dur="50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25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30" restart="whenNotActive" fill="hold" evtFilter="cancelBubble" nodeType="interactiveSeq">
                    <p:stCondLst>
                      <p:cond evt="onClick" delay="0">
                        <p:tgtEl>
                          <p:spTgt spid="13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1" fill="hold">
                          <p:stCondLst>
                            <p:cond delay="0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38" dur="500"/>
                                            <p:tgtEl>
                                              <p:spTgt spid="10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1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8"/>
                      </p:tgtEl>
                    </p:cond>
                  </p:nextCondLst>
                </p:seq>
                <p:seq concurrent="1" nextAc="seek">
                  <p:cTn id="44" restart="whenNotActive" fill="hold" evtFilter="cancelBubble" nodeType="interactiveSeq">
                    <p:stCondLst>
                      <p:cond evt="onClick" delay="0">
                        <p:tgtEl>
                          <p:spTgt spid="10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5" fill="hold">
                          <p:stCondLst>
                            <p:cond delay="0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1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51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5"/>
                      </p:tgtEl>
                    </p:cond>
                  </p:nextCondLst>
                </p:seq>
                <p:seq concurrent="1" nextAc="seek">
                  <p:cTn id="52" restart="whenNotActive" fill="hold" evtFilter="cancelBubble" nodeType="interactiveSeq">
                    <p:stCondLst>
                      <p:cond evt="onClick" delay="0">
                        <p:tgtEl>
                          <p:spTgt spid="11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3" fill="hold">
                          <p:stCondLst>
                            <p:cond delay="0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1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0"/>
                      </p:tgtEl>
                    </p:cond>
                  </p:nextCondLst>
                </p:seq>
                <p:seq concurrent="1" nextAc="seek">
                  <p:cTn id="57" restart="whenNotActive" fill="hold" evtFilter="cancelBubble" nodeType="interactiveSeq">
                    <p:stCondLst>
                      <p:cond evt="onClick" delay="0">
                        <p:tgtEl>
                          <p:spTgt spid="13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8" fill="hold">
                          <p:stCondLst>
                            <p:cond delay="0"/>
                          </p:stCondLst>
                          <p:childTnLst>
                            <p:par>
                              <p:cTn id="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0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05556E-6 4.61261E-6 L -1.00382 4.61261E-6 " pathEditMode="relative" rAng="0" ptsTypes="AA">
                                          <p:cBhvr>
                                            <p:cTn id="63" dur="5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0191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4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6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68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3"/>
                      </p:tgtEl>
                    </p:cond>
                  </p:nextCondLst>
                </p:seq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4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75" dur="1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"/>
                      </p:tgtEl>
                    </p:cond>
                  </p:nextCondLst>
                </p:seq>
                <p:seq concurrent="1" nextAc="seek">
                  <p:cTn id="76" restart="whenNotActive" fill="hold" evtFilter="cancelBubble" nodeType="interactiveSeq">
                    <p:stCondLst>
                      <p:cond evt="onClick" delay="0">
                        <p:tgtEl>
                          <p:spTgt spid="2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7" fill="hold">
                          <p:stCondLst>
                            <p:cond delay="0"/>
                          </p:stCondLst>
                          <p:childTnLst>
                            <p:par>
                              <p:cTn id="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9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80" dur="1" fill="hold"/>
                                            <p:tgtEl>
                                              <p:spTgt spid="2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"/>
                      </p:tgtEl>
                    </p:cond>
                  </p:nextCondLst>
                </p:seq>
              </p:childTnLst>
            </p:cTn>
          </p:par>
        </p:tnLst>
        <p:bldLst>
          <p:bldP spid="104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1800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1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9" presetClass="entr" presetSubtype="0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9" dur="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133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1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3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4" presetID="2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26" dur="500"/>
                                            <p:tgtEl>
                                              <p:spTgt spid="10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250"/>
                                            <p:tgtEl>
                                              <p:spTgt spid="10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30" restart="whenNotActive" fill="hold" evtFilter="cancelBubble" nodeType="interactiveSeq">
                    <p:stCondLst>
                      <p:cond evt="onClick" delay="0">
                        <p:tgtEl>
                          <p:spTgt spid="138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1" fill="hold">
                          <p:stCondLst>
                            <p:cond delay="0"/>
                          </p:stCondLst>
                          <p:childTnLst>
                            <p:par>
                              <p:cTn id="3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3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/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#ppt_h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up)">
                                          <p:cBhvr>
                                            <p:cTn id="38" dur="500"/>
                                            <p:tgtEl>
                                              <p:spTgt spid="10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22" presetClass="entr" presetSubtype="4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41" dur="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8"/>
                      </p:tgtEl>
                    </p:cond>
                  </p:nextCondLst>
                </p:seq>
                <p:seq concurrent="1" nextAc="seek">
                  <p:cTn id="44" restart="whenNotActive" fill="hold" evtFilter="cancelBubble" nodeType="interactiveSeq">
                    <p:stCondLst>
                      <p:cond evt="onClick" delay="0">
                        <p:tgtEl>
                          <p:spTgt spid="105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5" fill="hold">
                          <p:stCondLst>
                            <p:cond delay="0"/>
                          </p:stCondLst>
                          <p:childTnLst>
                            <p:par>
                              <p:cTn id="4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7" presetID="1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51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05"/>
                      </p:tgtEl>
                    </p:cond>
                  </p:nextCondLst>
                </p:seq>
                <p:seq concurrent="1" nextAc="seek">
                  <p:cTn id="52" restart="whenNotActive" fill="hold" evtFilter="cancelBubble" nodeType="interactiveSeq">
                    <p:stCondLst>
                      <p:cond evt="onClick" delay="0">
                        <p:tgtEl>
                          <p:spTgt spid="110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3" fill="hold">
                          <p:stCondLst>
                            <p:cond delay="0"/>
                          </p:stCondLst>
                          <p:childTnLst>
                            <p:par>
                              <p:cTn id="5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5" presetID="1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10"/>
                      </p:tgtEl>
                    </p:cond>
                  </p:nextCondLst>
                </p:seq>
                <p:seq concurrent="1" nextAc="seek">
                  <p:cTn id="57" restart="whenNotActive" fill="hold" evtFilter="cancelBubble" nodeType="interactiveSeq">
                    <p:stCondLst>
                      <p:cond evt="onClick" delay="0">
                        <p:tgtEl>
                          <p:spTgt spid="133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58" fill="hold">
                          <p:stCondLst>
                            <p:cond delay="0"/>
                          </p:stCondLst>
                          <p:childTnLst>
                            <p:par>
                              <p:cTn id="5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60" presetID="1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35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3.05556E-6 4.61261E-6 L -1.00382 4.61261E-6 " pathEditMode="relative" rAng="0" ptsTypes="AA">
                                          <p:cBhvr>
                                            <p:cTn id="63" dur="500" fill="hold"/>
                                            <p:tgtEl>
                                              <p:spTgt spid="11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50191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4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6" presetID="1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  <p:cmd type="call" cmd="stop">
                                          <p:cBhvr>
                                            <p:cTn id="68" dur="1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133"/>
                      </p:tgtEl>
                    </p:cond>
                  </p:nextCondLst>
                </p:seq>
                <p:audio>
                  <p:cMediaNode vol="80000">
                    <p:cTn id="69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audio>
                  <p:cMediaNode vol="80000">
                    <p:cTn id="70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4"/>
                    </p:tgtEl>
                  </p:cMediaNode>
                </p:audio>
                <p:seq concurrent="1" nextAc="seek">
                  <p:cTn id="71" restart="whenNotActive" fill="hold" evtFilter="cancelBubble" nodeType="interactiveSeq">
                    <p:stCondLst>
                      <p:cond evt="onClick" delay="0">
                        <p:tgtEl>
                          <p:spTgt spid="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2" fill="hold">
                          <p:stCondLst>
                            <p:cond delay="0"/>
                          </p:stCondLst>
                          <p:childTnLst>
                            <p:par>
                              <p:cTn id="7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4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75" dur="1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4"/>
                      </p:tgtEl>
                    </p:cond>
                  </p:nextCondLst>
                </p:seq>
                <p:seq concurrent="1" nextAc="seek">
                  <p:cTn id="76" restart="whenNotActive" fill="hold" evtFilter="cancelBubble" nodeType="interactiveSeq">
                    <p:stCondLst>
                      <p:cond evt="onClick" delay="0">
                        <p:tgtEl>
                          <p:spTgt spid="24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77" fill="hold">
                          <p:stCondLst>
                            <p:cond delay="0"/>
                          </p:stCondLst>
                          <p:childTnLst>
                            <p:par>
                              <p:cTn id="7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79" presetID="2" presetClass="mediacall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togglePause">
                                          <p:cBhvr>
                                            <p:cTn id="80" dur="1" fill="hold"/>
                                            <p:tgtEl>
                                              <p:spTgt spid="2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Click" delay="0">
                      <p:tgtEl>
                        <p:spTgt spid="24"/>
                      </p:tgtEl>
                    </p:cond>
                  </p:nextCondLst>
                </p:seq>
              </p:childTnLst>
            </p:cTn>
          </p:par>
        </p:tnLst>
        <p:bldLst>
          <p:bldP spid="104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677EAE49-8401-49AF-BC72-738CE05DDA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8"/>
          </a:xfrm>
          <a:prstGeom prst="rect">
            <a:avLst/>
          </a:prstGeom>
        </p:spPr>
      </p:pic>
      <p:sp>
        <p:nvSpPr>
          <p:cNvPr id="3" name="矩形: 圓角 01">
            <a:extLst>
              <a:ext uri="{FF2B5EF4-FFF2-40B4-BE49-F238E27FC236}">
                <a16:creationId xmlns:a16="http://schemas.microsoft.com/office/drawing/2014/main" id="{61538232-614B-453D-92FC-7C5162F4E35C}"/>
              </a:ext>
            </a:extLst>
          </p:cNvPr>
          <p:cNvSpPr/>
          <p:nvPr/>
        </p:nvSpPr>
        <p:spPr>
          <a:xfrm>
            <a:off x="120015" y="1785535"/>
            <a:ext cx="8903970" cy="720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  <a:gs pos="80000">
                <a:srgbClr val="E7E1C7">
                  <a:alpha val="50000"/>
                </a:srgbClr>
              </a:gs>
              <a:gs pos="20000">
                <a:srgbClr val="E7E1C7">
                  <a:alpha val="5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B0A1DEBC-EC0A-4852-BA19-58FCABAD1DD2}"/>
              </a:ext>
            </a:extLst>
          </p:cNvPr>
          <p:cNvCxnSpPr/>
          <p:nvPr/>
        </p:nvCxnSpPr>
        <p:spPr>
          <a:xfrm>
            <a:off x="303868" y="2490037"/>
            <a:ext cx="8392088" cy="0"/>
          </a:xfrm>
          <a:prstGeom prst="line">
            <a:avLst/>
          </a:prstGeom>
          <a:ln>
            <a:solidFill>
              <a:srgbClr val="CABD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拼音-01">
            <a:extLst>
              <a:ext uri="{FF2B5EF4-FFF2-40B4-BE49-F238E27FC236}">
                <a16:creationId xmlns:a16="http://schemas.microsoft.com/office/drawing/2014/main" id="{C5373C5C-6311-4E7B-B8A9-B27344014246}"/>
              </a:ext>
            </a:extLst>
          </p:cNvPr>
          <p:cNvSpPr txBox="1"/>
          <p:nvPr/>
        </p:nvSpPr>
        <p:spPr>
          <a:xfrm>
            <a:off x="3012935" y="1862858"/>
            <a:ext cx="1833606" cy="521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buClr>
                <a:srgbClr val="FC8D89"/>
              </a:buClr>
            </a:pPr>
            <a:r>
              <a:rPr lang="en-US" altLang="zh-TW" sz="2400" b="1" dirty="0" err="1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  <a:t>hiû</a:t>
            </a:r>
            <a:endParaRPr lang="zh-TW" altLang="en-US" sz="2400" b="1" dirty="0">
              <a:solidFill>
                <a:srgbClr val="3D3935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sp>
        <p:nvSpPr>
          <p:cNvPr id="4" name="解說-01">
            <a:extLst>
              <a:ext uri="{FF2B5EF4-FFF2-40B4-BE49-F238E27FC236}">
                <a16:creationId xmlns:a16="http://schemas.microsoft.com/office/drawing/2014/main" id="{98C3965F-B1CA-492D-955C-3BA5EB295BF2}"/>
              </a:ext>
            </a:extLst>
          </p:cNvPr>
          <p:cNvSpPr txBox="1"/>
          <p:nvPr/>
        </p:nvSpPr>
        <p:spPr>
          <a:xfrm>
            <a:off x="4772967" y="1911952"/>
            <a:ext cx="3079015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zh-TW" altLang="en-US" sz="22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有夾層的厚衣外套。</a:t>
            </a: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D9F3E3EF-1A04-4FE2-8A4B-C7B7BD942E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5" y="958888"/>
            <a:ext cx="1893052" cy="476700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83E8E2E5-06ED-4A8F-BAD5-F063266AC8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967" y="959464"/>
            <a:ext cx="3269402" cy="475549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D5234A26-2F8C-417D-92FB-B3A3ADE9F6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82" y="959463"/>
            <a:ext cx="1815318" cy="475549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4BDC0206-4F68-4268-B81E-020995E1C7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074" y="76103"/>
            <a:ext cx="2862441" cy="553283"/>
          </a:xfrm>
          <a:prstGeom prst="rect">
            <a:avLst/>
          </a:prstGeom>
        </p:spPr>
      </p:pic>
      <p:pic>
        <p:nvPicPr>
          <p:cNvPr id="28" name="語詞-01">
            <a:extLst>
              <a:ext uri="{FF2B5EF4-FFF2-40B4-BE49-F238E27FC236}">
                <a16:creationId xmlns:a16="http://schemas.microsoft.com/office/drawing/2014/main" id="{1E2ACE9A-E8F2-487D-8639-4C262CC8FA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72" y="1923587"/>
            <a:ext cx="1833605" cy="461830"/>
          </a:xfrm>
          <a:prstGeom prst="rect">
            <a:avLst/>
          </a:prstGeom>
        </p:spPr>
      </p:pic>
      <p:grpSp>
        <p:nvGrpSpPr>
          <p:cNvPr id="43" name="頁碼">
            <a:extLst>
              <a:ext uri="{FF2B5EF4-FFF2-40B4-BE49-F238E27FC236}">
                <a16:creationId xmlns:a16="http://schemas.microsoft.com/office/drawing/2014/main" id="{0370AA74-FE09-40A2-8C4A-F77392170AE1}"/>
              </a:ext>
            </a:extLst>
          </p:cNvPr>
          <p:cNvGrpSpPr/>
          <p:nvPr/>
        </p:nvGrpSpPr>
        <p:grpSpPr>
          <a:xfrm>
            <a:off x="8478589" y="5495238"/>
            <a:ext cx="432209" cy="215444"/>
            <a:chOff x="8478589" y="5509306"/>
            <a:chExt cx="432209" cy="215444"/>
          </a:xfrm>
        </p:grpSpPr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70B42C00-51C0-43B4-B876-6DBE5E677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A888E0D0-D797-4059-BAFE-2A510A96BD36}"/>
                </a:ext>
              </a:extLst>
            </p:cNvPr>
            <p:cNvSpPr txBox="1"/>
            <p:nvPr/>
          </p:nvSpPr>
          <p:spPr>
            <a:xfrm>
              <a:off x="8478589" y="5509306"/>
              <a:ext cx="4322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 dirty="0">
                  <a:solidFill>
                    <a:srgbClr val="3D3935"/>
                  </a:solidFill>
                  <a:latin typeface="微軟正黑體" pitchFamily="34" charset="-120"/>
                  <a:ea typeface="微軟正黑體" pitchFamily="34" charset="-120"/>
                </a:rPr>
                <a:t>056</a:t>
              </a:r>
              <a:endParaRPr lang="zh-TW" altLang="en-US" sz="800" b="1" dirty="0">
                <a:solidFill>
                  <a:srgbClr val="3D3935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38" name="圖片 37">
            <a:hlinkClick r:id="rId11" action="ppaction://hlinksldjump"/>
            <a:extLst>
              <a:ext uri="{FF2B5EF4-FFF2-40B4-BE49-F238E27FC236}">
                <a16:creationId xmlns:a16="http://schemas.microsoft.com/office/drawing/2014/main" id="{1AB8111A-7901-41B3-BFAA-CDB191228110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603" y="1915453"/>
            <a:ext cx="416106" cy="416106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9444E3C6-2302-4FC4-96EC-81E5767C7C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1962627"/>
            <a:ext cx="233202" cy="1262035"/>
          </a:xfrm>
          <a:prstGeom prst="rect">
            <a:avLst/>
          </a:prstGeom>
        </p:spPr>
      </p:pic>
      <p:pic>
        <p:nvPicPr>
          <p:cNvPr id="48" name="圖片 47">
            <a:hlinkClick r:id="rId14" action="ppaction://hlinksldjump"/>
            <a:extLst>
              <a:ext uri="{FF2B5EF4-FFF2-40B4-BE49-F238E27FC236}">
                <a16:creationId xmlns:a16="http://schemas.microsoft.com/office/drawing/2014/main" id="{5A2476A0-1436-4F24-883F-340D4DC86D7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5" name="004P056註解-01裘(00_01)">
            <a:hlinkClick r:id="" action="ppaction://media"/>
            <a:extLst>
              <a:ext uri="{FF2B5EF4-FFF2-40B4-BE49-F238E27FC236}">
                <a16:creationId xmlns:a16="http://schemas.microsoft.com/office/drawing/2014/main" id="{3BD94E56-7C7C-45DA-AF5A-26D4362C9C0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830" y="1914653"/>
            <a:ext cx="417706" cy="41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50350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00C17DA-CE42-4D16-B84B-5F7D6EEF0D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C0E0406-DBE6-4CFF-818C-3D85AC2A76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E03AE82-DA65-497B-B710-3C428B7CB69E}"/>
              </a:ext>
            </a:extLst>
          </p:cNvPr>
          <p:cNvSpPr txBox="1"/>
          <p:nvPr/>
        </p:nvSpPr>
        <p:spPr>
          <a:xfrm>
            <a:off x="1275347" y="1113061"/>
            <a:ext cx="7454062" cy="180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我逐冬食著頭粒五日節粽，毋是想著破裘愛放毋放，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我是「未食五日節粽，毋知鄉愁遐爾重」。五日節的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一禮拜前，阮二姊用這馬足利便的</a:t>
            </a:r>
            <a: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『</a:t>
            </a: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宅急便</a:t>
            </a:r>
            <a: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』</a:t>
            </a: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，寄一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u="sng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捾</a:t>
            </a:r>
            <a:r>
              <a:rPr lang="en-US" altLang="zh-TW" sz="2200" b="1" u="sng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2</a:t>
            </a:r>
            <a:r>
              <a:rPr lang="en-US" altLang="zh-TW" sz="2200" b="1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家己縛的肉粽分我食。</a:t>
            </a:r>
          </a:p>
        </p:txBody>
      </p:sp>
      <p:grpSp>
        <p:nvGrpSpPr>
          <p:cNvPr id="7" name="註解文字02">
            <a:extLst>
              <a:ext uri="{FF2B5EF4-FFF2-40B4-BE49-F238E27FC236}">
                <a16:creationId xmlns:a16="http://schemas.microsoft.com/office/drawing/2014/main" id="{CB8697E5-5C8D-45C1-9007-64374951CF34}"/>
              </a:ext>
            </a:extLst>
          </p:cNvPr>
          <p:cNvGrpSpPr/>
          <p:nvPr/>
        </p:nvGrpSpPr>
        <p:grpSpPr>
          <a:xfrm>
            <a:off x="27252" y="3404445"/>
            <a:ext cx="8834244" cy="2135399"/>
            <a:chOff x="28216" y="3382206"/>
            <a:chExt cx="8834244" cy="2135399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FC025172-6B88-49AC-A27B-F10263BAB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C672C8E7-678A-4537-88FE-461AC6339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3663" y="3776330"/>
              <a:ext cx="1829035" cy="460679"/>
            </a:xfrm>
            <a:prstGeom prst="rect">
              <a:avLst/>
            </a:prstGeom>
          </p:spPr>
        </p:pic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D74A8C4-9628-4791-94C7-EA9A13B09A14}"/>
                </a:ext>
              </a:extLst>
            </p:cNvPr>
            <p:cNvSpPr txBox="1"/>
            <p:nvPr/>
          </p:nvSpPr>
          <p:spPr>
            <a:xfrm>
              <a:off x="1421297" y="4200750"/>
              <a:ext cx="7336327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 dirty="0" err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kuānn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8E28EFA0-F1BD-4625-B2ED-3D83BA5237FD}"/>
                </a:ext>
              </a:extLst>
            </p:cNvPr>
            <p:cNvSpPr txBox="1"/>
            <p:nvPr/>
          </p:nvSpPr>
          <p:spPr>
            <a:xfrm>
              <a:off x="1421297" y="4657262"/>
              <a:ext cx="7336327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此處為計算成串的東西之意。</a:t>
              </a:r>
            </a:p>
          </p:txBody>
        </p:sp>
      </p:grpSp>
      <p:grpSp>
        <p:nvGrpSpPr>
          <p:cNvPr id="12" name="翻譯文字">
            <a:extLst>
              <a:ext uri="{FF2B5EF4-FFF2-40B4-BE49-F238E27FC236}">
                <a16:creationId xmlns:a16="http://schemas.microsoft.com/office/drawing/2014/main" id="{E003D41C-487E-42EA-A1A6-A1945F1722B8}"/>
              </a:ext>
            </a:extLst>
          </p:cNvPr>
          <p:cNvGrpSpPr/>
          <p:nvPr/>
        </p:nvGrpSpPr>
        <p:grpSpPr>
          <a:xfrm>
            <a:off x="9221661" y="3379731"/>
            <a:ext cx="8834244" cy="2135399"/>
            <a:chOff x="9220638" y="3382206"/>
            <a:chExt cx="8834244" cy="2135399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3297DBD8-DFAA-4B6E-A26A-D3441FA2E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D988302E-9912-40A9-A80D-3E2DA658DFA5}"/>
                </a:ext>
              </a:extLst>
            </p:cNvPr>
            <p:cNvSpPr txBox="1"/>
            <p:nvPr/>
          </p:nvSpPr>
          <p:spPr>
            <a:xfrm>
              <a:off x="9777977" y="3573269"/>
              <a:ext cx="8223117" cy="1728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我每一年吃到第一顆端午節粽，不是想到破棉襖要不要收起來，</a:t>
              </a:r>
              <a:br>
                <a:rPr lang="en-US" altLang="zh-TW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我是「未吃端午節粽，不知鄉愁那麼重」。端午節前一個禮拜，</a:t>
              </a:r>
              <a:br>
                <a:rPr lang="en-US" altLang="zh-TW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我二姊利用現在非常便利的「宅急便」，寄了一串自己包的肉粽</a:t>
              </a:r>
              <a:br>
                <a:rPr lang="en-US" altLang="zh-TW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1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和我分享。</a:t>
              </a:r>
              <a:endParaRPr lang="zh-TW" altLang="en-US" sz="21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15" name="翻譯按鈕">
            <a:extLst>
              <a:ext uri="{FF2B5EF4-FFF2-40B4-BE49-F238E27FC236}">
                <a16:creationId xmlns:a16="http://schemas.microsoft.com/office/drawing/2014/main" id="{EA03C7C9-9E13-464E-81CB-7A93EA1222B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907" y="257566"/>
            <a:ext cx="567001" cy="567001"/>
          </a:xfrm>
          <a:prstGeom prst="rect">
            <a:avLst/>
          </a:prstGeom>
        </p:spPr>
      </p:pic>
      <p:sp>
        <p:nvSpPr>
          <p:cNvPr id="16" name="註解點選框-02">
            <a:extLst>
              <a:ext uri="{FF2B5EF4-FFF2-40B4-BE49-F238E27FC236}">
                <a16:creationId xmlns:a16="http://schemas.microsoft.com/office/drawing/2014/main" id="{05E22312-CC1A-442E-8C00-51823C9A83A5}"/>
              </a:ext>
            </a:extLst>
          </p:cNvPr>
          <p:cNvSpPr/>
          <p:nvPr/>
        </p:nvSpPr>
        <p:spPr>
          <a:xfrm>
            <a:off x="1167063" y="2484893"/>
            <a:ext cx="735103" cy="42962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7" name="頁碼">
            <a:extLst>
              <a:ext uri="{FF2B5EF4-FFF2-40B4-BE49-F238E27FC236}">
                <a16:creationId xmlns:a16="http://schemas.microsoft.com/office/drawing/2014/main" id="{C9AD3C50-6201-41BD-999E-3743461ADF6A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B352C71C-BDC7-47F7-AFA5-CF482A75C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8593600C-DD9C-4108-8942-5805BD99890E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 dirty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057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20" name="圖片 19">
            <a:hlinkClick r:id="rId13" action="ppaction://hlinksldjump"/>
            <a:extLst>
              <a:ext uri="{FF2B5EF4-FFF2-40B4-BE49-F238E27FC236}">
                <a16:creationId xmlns:a16="http://schemas.microsoft.com/office/drawing/2014/main" id="{E3F55D32-1A50-4D8A-A11C-3A908F7C621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1952544"/>
            <a:ext cx="233202" cy="1262035"/>
          </a:xfrm>
          <a:prstGeom prst="rect">
            <a:avLst/>
          </a:prstGeom>
        </p:spPr>
      </p:pic>
      <p:pic>
        <p:nvPicPr>
          <p:cNvPr id="21" name="圖片 20">
            <a:hlinkClick r:id="rId15" action="ppaction://hlinksldjump"/>
            <a:extLst>
              <a:ext uri="{FF2B5EF4-FFF2-40B4-BE49-F238E27FC236}">
                <a16:creationId xmlns:a16="http://schemas.microsoft.com/office/drawing/2014/main" id="{9284472B-733E-4D87-BBF3-C632B63A53B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42AA7B47-E458-471E-9F5E-E41A754BD86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4435412" cy="868792"/>
          </a:xfrm>
          <a:prstGeom prst="rect">
            <a:avLst/>
          </a:prstGeom>
        </p:spPr>
      </p:pic>
      <p:pic>
        <p:nvPicPr>
          <p:cNvPr id="2" name="004P057未食五日節-02(00_26)">
            <a:hlinkClick r:id="" action="ppaction://media"/>
            <a:extLst>
              <a:ext uri="{FF2B5EF4-FFF2-40B4-BE49-F238E27FC236}">
                <a16:creationId xmlns:a16="http://schemas.microsoft.com/office/drawing/2014/main" id="{A058741D-43DA-463A-B7F3-2783BDFCBFF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779" y="257566"/>
            <a:ext cx="567001" cy="567001"/>
          </a:xfrm>
          <a:prstGeom prst="rect">
            <a:avLst/>
          </a:prstGeom>
        </p:spPr>
      </p:pic>
      <p:pic>
        <p:nvPicPr>
          <p:cNvPr id="25" name="004P057註解-02捾(00_01)">
            <a:hlinkClick r:id="" action="ppaction://media"/>
            <a:extLst>
              <a:ext uri="{FF2B5EF4-FFF2-40B4-BE49-F238E27FC236}">
                <a16:creationId xmlns:a16="http://schemas.microsoft.com/office/drawing/2014/main" id="{292115F8-751A-4224-AEE9-FD7A02C69836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144" y="3284312"/>
            <a:ext cx="448114" cy="32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29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4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61261E-6 L -1.00382 4.61261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91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6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audio>
              <p:cMediaNode vol="8000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audio>
              <p:cMediaNode vol="8000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FA3ACF90-32AA-48BB-82E9-15B82DCD0C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DE2E02B6-D36A-44E4-AEBF-D0C88C94118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FE869E0-3538-4228-8FCA-30CC8E2FB905}"/>
              </a:ext>
            </a:extLst>
          </p:cNvPr>
          <p:cNvSpPr txBox="1"/>
          <p:nvPr/>
        </p:nvSpPr>
        <p:spPr>
          <a:xfrm>
            <a:off x="1040000" y="1209317"/>
            <a:ext cx="7454062" cy="1366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一下接著，我就隨提一粒退冰，用電鍋炊來食。下港的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粽一下</a:t>
            </a:r>
            <a:r>
              <a:rPr lang="zh-TW" altLang="en-US" sz="2200" b="1" u="sng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窒</a:t>
            </a:r>
            <a:r>
              <a:rPr lang="en-US" altLang="zh-TW" sz="2200" b="1" u="sng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3</a:t>
            </a:r>
            <a:r>
              <a:rPr lang="en-US" altLang="zh-TW" sz="2200" b="1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入喙，隨少年三十幾歲，若像轉去國中那耍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水那洗粽箬的日子，熱天有彼款足涼的工課，有夠讚。</a:t>
            </a:r>
          </a:p>
        </p:txBody>
      </p:sp>
      <p:grpSp>
        <p:nvGrpSpPr>
          <p:cNvPr id="5" name="註解文字03">
            <a:extLst>
              <a:ext uri="{FF2B5EF4-FFF2-40B4-BE49-F238E27FC236}">
                <a16:creationId xmlns:a16="http://schemas.microsoft.com/office/drawing/2014/main" id="{7F3E6172-CF07-4FFE-A3E7-717CAFD20E6F}"/>
              </a:ext>
            </a:extLst>
          </p:cNvPr>
          <p:cNvGrpSpPr/>
          <p:nvPr/>
        </p:nvGrpSpPr>
        <p:grpSpPr>
          <a:xfrm>
            <a:off x="27252" y="3404445"/>
            <a:ext cx="8834244" cy="2135399"/>
            <a:chOff x="28216" y="3382206"/>
            <a:chExt cx="8834244" cy="213539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08B2C17A-8430-43F7-AB84-B6EC27E50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1F4D7682-0290-4B16-B84A-5C3DFC0690C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3663" y="3768230"/>
              <a:ext cx="1829035" cy="428750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1F089455-D0C0-46DB-971B-5AD2164A9B93}"/>
                </a:ext>
              </a:extLst>
            </p:cNvPr>
            <p:cNvSpPr txBox="1"/>
            <p:nvPr/>
          </p:nvSpPr>
          <p:spPr>
            <a:xfrm>
              <a:off x="1421297" y="4200750"/>
              <a:ext cx="7336327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that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966A1B6D-2A94-4F8F-9BCD-FCFE16F9DF73}"/>
                </a:ext>
              </a:extLst>
            </p:cNvPr>
            <p:cNvSpPr txBox="1"/>
            <p:nvPr/>
          </p:nvSpPr>
          <p:spPr>
            <a:xfrm>
              <a:off x="1421297" y="4657262"/>
              <a:ext cx="7336327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塞。</a:t>
              </a:r>
            </a:p>
          </p:txBody>
        </p:sp>
      </p:grpSp>
      <p:grpSp>
        <p:nvGrpSpPr>
          <p:cNvPr id="10" name="翻譯文字">
            <a:extLst>
              <a:ext uri="{FF2B5EF4-FFF2-40B4-BE49-F238E27FC236}">
                <a16:creationId xmlns:a16="http://schemas.microsoft.com/office/drawing/2014/main" id="{702CDBA2-CA32-4284-AA93-FB696F6C9EC5}"/>
              </a:ext>
            </a:extLst>
          </p:cNvPr>
          <p:cNvGrpSpPr/>
          <p:nvPr/>
        </p:nvGrpSpPr>
        <p:grpSpPr>
          <a:xfrm>
            <a:off x="9221661" y="3379731"/>
            <a:ext cx="8834244" cy="2135399"/>
            <a:chOff x="9220638" y="3382206"/>
            <a:chExt cx="8834244" cy="2135399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4EA55F37-0FC5-458A-BFFF-245D5AC57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620E0099-B954-45AA-B19B-2CACAABB31CC}"/>
                </a:ext>
              </a:extLst>
            </p:cNvPr>
            <p:cNvSpPr txBox="1"/>
            <p:nvPr/>
          </p:nvSpPr>
          <p:spPr>
            <a:xfrm>
              <a:off x="9983771" y="3776469"/>
              <a:ext cx="8017323" cy="1366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一收到，我就馬上拿出一粒回溫，用電鍋熱來吃。南部粽</a:t>
              </a:r>
              <a:br>
                <a:rPr lang="en-US" altLang="zh-TW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一入口，馬上年輕了三十多歲，彷彿回到國中時邊玩邊洗</a:t>
              </a:r>
              <a:br>
                <a:rPr lang="en-US" altLang="zh-TW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粽葉的日子，夏天有那樣輕鬆十足的工作，有夠讚。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13" name="翻譯按鈕">
            <a:extLst>
              <a:ext uri="{FF2B5EF4-FFF2-40B4-BE49-F238E27FC236}">
                <a16:creationId xmlns:a16="http://schemas.microsoft.com/office/drawing/2014/main" id="{55459769-0155-44A1-B0A4-D7DB11536C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907" y="257566"/>
            <a:ext cx="567001" cy="567001"/>
          </a:xfrm>
          <a:prstGeom prst="rect">
            <a:avLst/>
          </a:prstGeom>
        </p:spPr>
      </p:pic>
      <p:sp>
        <p:nvSpPr>
          <p:cNvPr id="14" name="註解點選框-03">
            <a:extLst>
              <a:ext uri="{FF2B5EF4-FFF2-40B4-BE49-F238E27FC236}">
                <a16:creationId xmlns:a16="http://schemas.microsoft.com/office/drawing/2014/main" id="{142593B9-1D83-44B7-89D6-6014F50BEE18}"/>
              </a:ext>
            </a:extLst>
          </p:cNvPr>
          <p:cNvSpPr/>
          <p:nvPr/>
        </p:nvSpPr>
        <p:spPr>
          <a:xfrm>
            <a:off x="1802445" y="1701578"/>
            <a:ext cx="735103" cy="42962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5" name="頁碼">
            <a:extLst>
              <a:ext uri="{FF2B5EF4-FFF2-40B4-BE49-F238E27FC236}">
                <a16:creationId xmlns:a16="http://schemas.microsoft.com/office/drawing/2014/main" id="{46F664E3-0D15-4B22-9809-9676F6545E77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7759856A-D9B1-4BE7-988F-6E31767B1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4E05C6F0-86DB-4CC2-A53E-005DCAF24995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 dirty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057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18" name="圖片 17">
            <a:hlinkClick r:id="rId13" action="ppaction://hlinksldjump"/>
            <a:extLst>
              <a:ext uri="{FF2B5EF4-FFF2-40B4-BE49-F238E27FC236}">
                <a16:creationId xmlns:a16="http://schemas.microsoft.com/office/drawing/2014/main" id="{EC3CCFC6-ECA1-4AA0-A6BD-59A0DD50132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1952544"/>
            <a:ext cx="233202" cy="1262035"/>
          </a:xfrm>
          <a:prstGeom prst="rect">
            <a:avLst/>
          </a:prstGeom>
        </p:spPr>
      </p:pic>
      <p:pic>
        <p:nvPicPr>
          <p:cNvPr id="19" name="圖片 18">
            <a:hlinkClick r:id="rId15" action="ppaction://hlinksldjump"/>
            <a:extLst>
              <a:ext uri="{FF2B5EF4-FFF2-40B4-BE49-F238E27FC236}">
                <a16:creationId xmlns:a16="http://schemas.microsoft.com/office/drawing/2014/main" id="{0D35991B-D9B4-42FA-892A-AE24ABF9F7E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474D1E1D-A4CC-4E9D-B503-7F89E52B520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4435412" cy="868792"/>
          </a:xfrm>
          <a:prstGeom prst="rect">
            <a:avLst/>
          </a:prstGeom>
        </p:spPr>
      </p:pic>
      <p:pic>
        <p:nvPicPr>
          <p:cNvPr id="23" name="004P057未食五日節-03(00_24)">
            <a:hlinkClick r:id="" action="ppaction://media"/>
            <a:extLst>
              <a:ext uri="{FF2B5EF4-FFF2-40B4-BE49-F238E27FC236}">
                <a16:creationId xmlns:a16="http://schemas.microsoft.com/office/drawing/2014/main" id="{AAD56413-20C6-4BDE-B82E-195DD8539CE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779" y="257566"/>
            <a:ext cx="567001" cy="567001"/>
          </a:xfrm>
          <a:prstGeom prst="rect">
            <a:avLst/>
          </a:prstGeom>
        </p:spPr>
      </p:pic>
      <p:pic>
        <p:nvPicPr>
          <p:cNvPr id="24" name="004P057註解-03窒(00_01)">
            <a:hlinkClick r:id="" action="ppaction://media"/>
            <a:extLst>
              <a:ext uri="{FF2B5EF4-FFF2-40B4-BE49-F238E27FC236}">
                <a16:creationId xmlns:a16="http://schemas.microsoft.com/office/drawing/2014/main" id="{18E33D39-94D1-40F2-B1B9-8BD224CE2ED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144" y="3284312"/>
            <a:ext cx="448114" cy="32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7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4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61261E-6 L -1.00382 4.61261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91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6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audio>
              <p:cMediaNode vol="8000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1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677EAE49-8401-49AF-BC72-738CE05DDA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8"/>
          </a:xfrm>
          <a:prstGeom prst="rect">
            <a:avLst/>
          </a:prstGeom>
        </p:spPr>
      </p:pic>
      <p:sp>
        <p:nvSpPr>
          <p:cNvPr id="3" name="矩形: 圓角 02">
            <a:extLst>
              <a:ext uri="{FF2B5EF4-FFF2-40B4-BE49-F238E27FC236}">
                <a16:creationId xmlns:a16="http://schemas.microsoft.com/office/drawing/2014/main" id="{61538232-614B-453D-92FC-7C5162F4E35C}"/>
              </a:ext>
            </a:extLst>
          </p:cNvPr>
          <p:cNvSpPr/>
          <p:nvPr/>
        </p:nvSpPr>
        <p:spPr>
          <a:xfrm>
            <a:off x="120015" y="1785534"/>
            <a:ext cx="8903970" cy="118518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  <a:gs pos="80000">
                <a:srgbClr val="E7E1C7">
                  <a:alpha val="50000"/>
                </a:srgbClr>
              </a:gs>
              <a:gs pos="20000">
                <a:srgbClr val="E7E1C7">
                  <a:alpha val="5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B0A1DEBC-EC0A-4852-BA19-58FCABAD1DD2}"/>
              </a:ext>
            </a:extLst>
          </p:cNvPr>
          <p:cNvCxnSpPr/>
          <p:nvPr/>
        </p:nvCxnSpPr>
        <p:spPr>
          <a:xfrm>
            <a:off x="303868" y="2971300"/>
            <a:ext cx="8392088" cy="0"/>
          </a:xfrm>
          <a:prstGeom prst="line">
            <a:avLst/>
          </a:prstGeom>
          <a:ln>
            <a:solidFill>
              <a:srgbClr val="CABD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拼音-02">
            <a:extLst>
              <a:ext uri="{FF2B5EF4-FFF2-40B4-BE49-F238E27FC236}">
                <a16:creationId xmlns:a16="http://schemas.microsoft.com/office/drawing/2014/main" id="{C5373C5C-6311-4E7B-B8A9-B27344014246}"/>
              </a:ext>
            </a:extLst>
          </p:cNvPr>
          <p:cNvSpPr txBox="1"/>
          <p:nvPr/>
        </p:nvSpPr>
        <p:spPr>
          <a:xfrm>
            <a:off x="2938937" y="2117478"/>
            <a:ext cx="1833606" cy="521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buClr>
                <a:srgbClr val="FC8D89"/>
              </a:buClr>
            </a:pPr>
            <a:r>
              <a:rPr lang="en-US" altLang="zh-TW" sz="2400" b="1" dirty="0" err="1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  <a:t>kuānn</a:t>
            </a:r>
            <a:endParaRPr lang="zh-TW" altLang="en-US" sz="2400" b="1" dirty="0">
              <a:solidFill>
                <a:srgbClr val="3D3935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sp>
        <p:nvSpPr>
          <p:cNvPr id="4" name="解說-02">
            <a:extLst>
              <a:ext uri="{FF2B5EF4-FFF2-40B4-BE49-F238E27FC236}">
                <a16:creationId xmlns:a16="http://schemas.microsoft.com/office/drawing/2014/main" id="{98C3965F-B1CA-492D-955C-3BA5EB295BF2}"/>
              </a:ext>
            </a:extLst>
          </p:cNvPr>
          <p:cNvSpPr txBox="1"/>
          <p:nvPr/>
        </p:nvSpPr>
        <p:spPr>
          <a:xfrm>
            <a:off x="5077326" y="1944931"/>
            <a:ext cx="2774656" cy="866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zh-TW" altLang="en-US" sz="22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此處為計算成串的</a:t>
            </a:r>
            <a:br>
              <a:rPr lang="en-US" altLang="zh-TW" sz="22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東西之意。</a:t>
            </a: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D9F3E3EF-1A04-4FE2-8A4B-C7B7BD942E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5" y="958888"/>
            <a:ext cx="1893052" cy="476700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83E8E2E5-06ED-4A8F-BAD5-F063266AC8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967" y="959464"/>
            <a:ext cx="3269402" cy="475549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D5234A26-2F8C-417D-92FB-B3A3ADE9F6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82" y="959463"/>
            <a:ext cx="1815318" cy="475549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4BDC0206-4F68-4268-B81E-020995E1C75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074" y="76103"/>
            <a:ext cx="2862441" cy="553283"/>
          </a:xfrm>
          <a:prstGeom prst="rect">
            <a:avLst/>
          </a:prstGeom>
        </p:spPr>
      </p:pic>
      <p:pic>
        <p:nvPicPr>
          <p:cNvPr id="28" name="語詞-02">
            <a:extLst>
              <a:ext uri="{FF2B5EF4-FFF2-40B4-BE49-F238E27FC236}">
                <a16:creationId xmlns:a16="http://schemas.microsoft.com/office/drawing/2014/main" id="{1E2ACE9A-E8F2-487D-8639-4C262CC8FA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74" y="2147211"/>
            <a:ext cx="1833601" cy="461830"/>
          </a:xfrm>
          <a:prstGeom prst="rect">
            <a:avLst/>
          </a:prstGeom>
        </p:spPr>
      </p:pic>
      <p:grpSp>
        <p:nvGrpSpPr>
          <p:cNvPr id="43" name="頁碼">
            <a:extLst>
              <a:ext uri="{FF2B5EF4-FFF2-40B4-BE49-F238E27FC236}">
                <a16:creationId xmlns:a16="http://schemas.microsoft.com/office/drawing/2014/main" id="{0370AA74-FE09-40A2-8C4A-F77392170AE1}"/>
              </a:ext>
            </a:extLst>
          </p:cNvPr>
          <p:cNvGrpSpPr/>
          <p:nvPr/>
        </p:nvGrpSpPr>
        <p:grpSpPr>
          <a:xfrm>
            <a:off x="8478589" y="5495238"/>
            <a:ext cx="432209" cy="215444"/>
            <a:chOff x="8478589" y="5509306"/>
            <a:chExt cx="432209" cy="215444"/>
          </a:xfrm>
        </p:grpSpPr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70B42C00-51C0-43B4-B876-6DBE5E677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A888E0D0-D797-4059-BAFE-2A510A96BD36}"/>
                </a:ext>
              </a:extLst>
            </p:cNvPr>
            <p:cNvSpPr txBox="1"/>
            <p:nvPr/>
          </p:nvSpPr>
          <p:spPr>
            <a:xfrm>
              <a:off x="8478589" y="5509306"/>
              <a:ext cx="4322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 dirty="0">
                  <a:solidFill>
                    <a:srgbClr val="3D3935"/>
                  </a:solidFill>
                  <a:latin typeface="微軟正黑體" pitchFamily="34" charset="-120"/>
                  <a:ea typeface="微軟正黑體" pitchFamily="34" charset="-120"/>
                </a:rPr>
                <a:t>056</a:t>
              </a:r>
              <a:endParaRPr lang="zh-TW" altLang="en-US" sz="800" b="1" dirty="0">
                <a:solidFill>
                  <a:srgbClr val="3D3935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38" name="圖片 37">
            <a:hlinkClick r:id="rId13" action="ppaction://hlinksldjump"/>
            <a:extLst>
              <a:ext uri="{FF2B5EF4-FFF2-40B4-BE49-F238E27FC236}">
                <a16:creationId xmlns:a16="http://schemas.microsoft.com/office/drawing/2014/main" id="{1AB8111A-7901-41B3-BFAA-CDB19122811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603" y="2170073"/>
            <a:ext cx="416106" cy="416106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9444E3C6-2302-4FC4-96EC-81E5767C7C5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1962627"/>
            <a:ext cx="233202" cy="1262035"/>
          </a:xfrm>
          <a:prstGeom prst="rect">
            <a:avLst/>
          </a:prstGeom>
        </p:spPr>
      </p:pic>
      <p:pic>
        <p:nvPicPr>
          <p:cNvPr id="48" name="圖片 47">
            <a:hlinkClick r:id="rId13" action="ppaction://hlinksldjump"/>
            <a:extLst>
              <a:ext uri="{FF2B5EF4-FFF2-40B4-BE49-F238E27FC236}">
                <a16:creationId xmlns:a16="http://schemas.microsoft.com/office/drawing/2014/main" id="{5A2476A0-1436-4F24-883F-340D4DC86D7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sp>
        <p:nvSpPr>
          <p:cNvPr id="19" name="矩形: 圓角 03">
            <a:extLst>
              <a:ext uri="{FF2B5EF4-FFF2-40B4-BE49-F238E27FC236}">
                <a16:creationId xmlns:a16="http://schemas.microsoft.com/office/drawing/2014/main" id="{B3622E68-4ACF-4E7C-999F-45F4116DA548}"/>
              </a:ext>
            </a:extLst>
          </p:cNvPr>
          <p:cNvSpPr/>
          <p:nvPr/>
        </p:nvSpPr>
        <p:spPr>
          <a:xfrm>
            <a:off x="120015" y="3357888"/>
            <a:ext cx="8903970" cy="792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  <a:gs pos="80000">
                <a:srgbClr val="E7E1C7">
                  <a:alpha val="50000"/>
                </a:srgbClr>
              </a:gs>
              <a:gs pos="20000">
                <a:srgbClr val="E7E1C7">
                  <a:alpha val="5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C0498169-8B2E-4CB1-B5FE-E26DB3E02A84}"/>
              </a:ext>
            </a:extLst>
          </p:cNvPr>
          <p:cNvCxnSpPr/>
          <p:nvPr/>
        </p:nvCxnSpPr>
        <p:spPr>
          <a:xfrm>
            <a:off x="303868" y="4149888"/>
            <a:ext cx="8392088" cy="0"/>
          </a:xfrm>
          <a:prstGeom prst="line">
            <a:avLst/>
          </a:prstGeom>
          <a:ln>
            <a:solidFill>
              <a:srgbClr val="CABD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拼音-03">
            <a:extLst>
              <a:ext uri="{FF2B5EF4-FFF2-40B4-BE49-F238E27FC236}">
                <a16:creationId xmlns:a16="http://schemas.microsoft.com/office/drawing/2014/main" id="{FAB11EDC-E7D1-4156-BF16-355AE5AD0D1C}"/>
              </a:ext>
            </a:extLst>
          </p:cNvPr>
          <p:cNvSpPr txBox="1"/>
          <p:nvPr/>
        </p:nvSpPr>
        <p:spPr>
          <a:xfrm>
            <a:off x="2938937" y="3493240"/>
            <a:ext cx="1833606" cy="521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buClr>
                <a:srgbClr val="FC8D89"/>
              </a:buClr>
            </a:pPr>
            <a:r>
              <a:rPr lang="en-US" altLang="zh-TW" sz="2400" b="1" dirty="0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  <a:t>that </a:t>
            </a:r>
            <a:endParaRPr lang="zh-TW" altLang="en-US" sz="2400" b="1" dirty="0">
              <a:solidFill>
                <a:srgbClr val="3D3935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sp>
        <p:nvSpPr>
          <p:cNvPr id="22" name="解說-03">
            <a:extLst>
              <a:ext uri="{FF2B5EF4-FFF2-40B4-BE49-F238E27FC236}">
                <a16:creationId xmlns:a16="http://schemas.microsoft.com/office/drawing/2014/main" id="{9DB2BFC9-45E4-4811-B2CD-A2DA7B86A0FC}"/>
              </a:ext>
            </a:extLst>
          </p:cNvPr>
          <p:cNvSpPr txBox="1"/>
          <p:nvPr/>
        </p:nvSpPr>
        <p:spPr>
          <a:xfrm>
            <a:off x="5077326" y="3523825"/>
            <a:ext cx="2774656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zh-TW" altLang="en-US" sz="22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塞。</a:t>
            </a:r>
          </a:p>
        </p:txBody>
      </p:sp>
      <p:pic>
        <p:nvPicPr>
          <p:cNvPr id="23" name="語詞-03">
            <a:extLst>
              <a:ext uri="{FF2B5EF4-FFF2-40B4-BE49-F238E27FC236}">
                <a16:creationId xmlns:a16="http://schemas.microsoft.com/office/drawing/2014/main" id="{E1E6ED21-FCEC-4334-88E0-64E4D4A2F9E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74" y="3538978"/>
            <a:ext cx="1833601" cy="429821"/>
          </a:xfrm>
          <a:prstGeom prst="rect">
            <a:avLst/>
          </a:prstGeom>
        </p:spPr>
      </p:pic>
      <p:pic>
        <p:nvPicPr>
          <p:cNvPr id="24" name="圖片 23">
            <a:hlinkClick r:id="rId18" action="ppaction://hlinksldjump"/>
            <a:extLst>
              <a:ext uri="{FF2B5EF4-FFF2-40B4-BE49-F238E27FC236}">
                <a16:creationId xmlns:a16="http://schemas.microsoft.com/office/drawing/2014/main" id="{B8B6E6FD-2952-497E-A783-DE422B8139C0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603" y="3545835"/>
            <a:ext cx="416106" cy="416106"/>
          </a:xfrm>
          <a:prstGeom prst="rect">
            <a:avLst/>
          </a:prstGeom>
        </p:spPr>
      </p:pic>
      <p:pic>
        <p:nvPicPr>
          <p:cNvPr id="5" name="004P057註解-02捾(00_01)">
            <a:hlinkClick r:id="" action="ppaction://media"/>
            <a:extLst>
              <a:ext uri="{FF2B5EF4-FFF2-40B4-BE49-F238E27FC236}">
                <a16:creationId xmlns:a16="http://schemas.microsoft.com/office/drawing/2014/main" id="{AF05F63E-14DF-4617-95C0-0F327388DB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830" y="2169273"/>
            <a:ext cx="417706" cy="417706"/>
          </a:xfrm>
          <a:prstGeom prst="rect">
            <a:avLst/>
          </a:prstGeom>
        </p:spPr>
      </p:pic>
      <p:pic>
        <p:nvPicPr>
          <p:cNvPr id="6" name="004P057註解-03窒(00_01)">
            <a:hlinkClick r:id="" action="ppaction://media"/>
            <a:extLst>
              <a:ext uri="{FF2B5EF4-FFF2-40B4-BE49-F238E27FC236}">
                <a16:creationId xmlns:a16="http://schemas.microsoft.com/office/drawing/2014/main" id="{30052E3C-6875-4600-B856-D6F86C0DCF3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830" y="3545035"/>
            <a:ext cx="417706" cy="41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82574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19" grpId="0" animBg="1"/>
      <p:bldP spid="19" grpId="1" animBg="1"/>
      <p:bldP spid="19" grpId="2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7E1338F-3EFF-41F1-95CF-4AA4502004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410CC40-107D-4188-A5C1-4F306BDDF8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B6AF668-77C6-4266-BF76-AE29667C7E71}"/>
              </a:ext>
            </a:extLst>
          </p:cNvPr>
          <p:cNvSpPr txBox="1"/>
          <p:nvPr/>
        </p:nvSpPr>
        <p:spPr>
          <a:xfrm>
            <a:off x="1576137" y="1279573"/>
            <a:ext cx="7153271" cy="1366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粽箬仝款是我來洗，免技術愛有耐心的工課，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毋過，彼擺我有縛著誠濟肉粽，會曉縛粽，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表示已經大漢。</a:t>
            </a:r>
          </a:p>
        </p:txBody>
      </p:sp>
      <p:grpSp>
        <p:nvGrpSpPr>
          <p:cNvPr id="12" name="翻譯文字">
            <a:extLst>
              <a:ext uri="{FF2B5EF4-FFF2-40B4-BE49-F238E27FC236}">
                <a16:creationId xmlns:a16="http://schemas.microsoft.com/office/drawing/2014/main" id="{A50F5102-AB3F-40B4-A13C-04A259C785DD}"/>
              </a:ext>
            </a:extLst>
          </p:cNvPr>
          <p:cNvGrpSpPr/>
          <p:nvPr/>
        </p:nvGrpSpPr>
        <p:grpSpPr>
          <a:xfrm>
            <a:off x="9221661" y="3379731"/>
            <a:ext cx="8834244" cy="2135399"/>
            <a:chOff x="9220638" y="3382206"/>
            <a:chExt cx="8834244" cy="2135399"/>
          </a:xfrm>
        </p:grpSpPr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EA4E3178-9052-466B-B637-16FD93C313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6529D1AA-36BC-4FBF-978B-2D8C03C77A78}"/>
                </a:ext>
              </a:extLst>
            </p:cNvPr>
            <p:cNvSpPr txBox="1"/>
            <p:nvPr/>
          </p:nvSpPr>
          <p:spPr>
            <a:xfrm>
              <a:off x="10387576" y="3779597"/>
              <a:ext cx="7613517" cy="1366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粽葉一樣由我來洗，不需技術但要有耐心的工作，</a:t>
              </a:r>
              <a:br>
                <a:rPr lang="en-US" altLang="zh-TW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不過，那次我有綁了許多肉粽，會綁肉粽，表示</a:t>
              </a:r>
              <a:br>
                <a:rPr lang="en-US" altLang="zh-TW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已經長大。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15" name="翻譯按鈕">
            <a:extLst>
              <a:ext uri="{FF2B5EF4-FFF2-40B4-BE49-F238E27FC236}">
                <a16:creationId xmlns:a16="http://schemas.microsoft.com/office/drawing/2014/main" id="{ED774F6B-C53C-4802-A14F-60963A97C6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907" y="257566"/>
            <a:ext cx="567001" cy="567001"/>
          </a:xfrm>
          <a:prstGeom prst="rect">
            <a:avLst/>
          </a:prstGeom>
        </p:spPr>
      </p:pic>
      <p:grpSp>
        <p:nvGrpSpPr>
          <p:cNvPr id="17" name="頁碼">
            <a:extLst>
              <a:ext uri="{FF2B5EF4-FFF2-40B4-BE49-F238E27FC236}">
                <a16:creationId xmlns:a16="http://schemas.microsoft.com/office/drawing/2014/main" id="{F17B7B12-081A-4188-B1DE-74E5986F81E6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9D6DC1E0-7691-481F-BAC7-D48F0EE7B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4007729C-9A0B-427A-BA7F-3979B02BDE25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 dirty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058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21" name="圖片 20">
            <a:hlinkClick r:id="rId9" action="ppaction://hlinksldjump"/>
            <a:extLst>
              <a:ext uri="{FF2B5EF4-FFF2-40B4-BE49-F238E27FC236}">
                <a16:creationId xmlns:a16="http://schemas.microsoft.com/office/drawing/2014/main" id="{2F397635-1AC1-4B61-B55D-74D227F298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C426A2DB-7C1A-4D48-9115-9A542A05B7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4435412" cy="868792"/>
          </a:xfrm>
          <a:prstGeom prst="rect">
            <a:avLst/>
          </a:prstGeom>
        </p:spPr>
      </p:pic>
      <p:pic>
        <p:nvPicPr>
          <p:cNvPr id="2" name="004P058未食五日節-04(00_16)">
            <a:hlinkClick r:id="" action="ppaction://media"/>
            <a:extLst>
              <a:ext uri="{FF2B5EF4-FFF2-40B4-BE49-F238E27FC236}">
                <a16:creationId xmlns:a16="http://schemas.microsoft.com/office/drawing/2014/main" id="{E6E4D5C0-1C81-4D03-BE08-2F377EE1091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779" y="257566"/>
            <a:ext cx="567001" cy="567001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45A989DD-96A9-485D-BA6F-CCA1A9C1597E}"/>
              </a:ext>
            </a:extLst>
          </p:cNvPr>
          <p:cNvGrpSpPr/>
          <p:nvPr/>
        </p:nvGrpSpPr>
        <p:grpSpPr>
          <a:xfrm>
            <a:off x="5152772" y="2894790"/>
            <a:ext cx="3195222" cy="720000"/>
            <a:chOff x="3629469" y="3139565"/>
            <a:chExt cx="3195222" cy="72000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C5C9FBDD-5F48-4FAF-8210-45E5423EE02E}"/>
                </a:ext>
              </a:extLst>
            </p:cNvPr>
            <p:cNvGrpSpPr/>
            <p:nvPr/>
          </p:nvGrpSpPr>
          <p:grpSpPr>
            <a:xfrm>
              <a:off x="4066090" y="3272680"/>
              <a:ext cx="2758601" cy="453770"/>
              <a:chOff x="4499999" y="2253098"/>
              <a:chExt cx="2758601" cy="453770"/>
            </a:xfrm>
          </p:grpSpPr>
          <p:pic>
            <p:nvPicPr>
              <p:cNvPr id="24" name="圖片 23">
                <a:extLst>
                  <a:ext uri="{FF2B5EF4-FFF2-40B4-BE49-F238E27FC236}">
                    <a16:creationId xmlns:a16="http://schemas.microsoft.com/office/drawing/2014/main" id="{78E1096E-9BBE-40D4-A2CC-9C8E5DAAD6D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3" r="35308"/>
              <a:stretch/>
            </p:blipFill>
            <p:spPr>
              <a:xfrm>
                <a:off x="4499999" y="2253098"/>
                <a:ext cx="2758601" cy="453770"/>
              </a:xfrm>
              <a:prstGeom prst="rect">
                <a:avLst/>
              </a:prstGeom>
            </p:spPr>
          </p:pic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B4EA26C-97C6-493E-B8AE-3EC8B5B52161}"/>
                  </a:ext>
                </a:extLst>
              </p:cNvPr>
              <p:cNvSpPr txBox="1"/>
              <p:nvPr/>
            </p:nvSpPr>
            <p:spPr>
              <a:xfrm>
                <a:off x="4753877" y="2269886"/>
                <a:ext cx="2426609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zh-TW" altLang="en-US" sz="100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台語字 珍趣味</a:t>
                </a:r>
                <a:br>
                  <a:rPr lang="en-US" altLang="zh-TW" sz="100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</a:br>
                <a:r>
                  <a:rPr lang="zh-TW" altLang="en-US" sz="1000" dirty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你會用啥款「粽箬仔」來縛粽？</a:t>
                </a:r>
              </a:p>
            </p:txBody>
          </p:sp>
        </p:grpSp>
        <p:pic>
          <p:nvPicPr>
            <p:cNvPr id="23" name="圖片 22">
              <a:hlinkClick r:id="rId14"/>
              <a:extLst>
                <a:ext uri="{FF2B5EF4-FFF2-40B4-BE49-F238E27FC236}">
                  <a16:creationId xmlns:a16="http://schemas.microsoft.com/office/drawing/2014/main" id="{5E41FA23-929F-4857-A8E5-A6308CFCB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9469" y="3139565"/>
              <a:ext cx="689342" cy="72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9496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5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" fill="hold">
                      <p:stCondLst>
                        <p:cond delay="0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61261E-6 L -1.00382 4.61261E-6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9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audio>
              <p:cMediaNode vol="8000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76380A6-151D-42B0-97B4-37FF874607B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AFD28C12-2220-43CE-A277-4A69D1A600F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grpSp>
        <p:nvGrpSpPr>
          <p:cNvPr id="4" name="註解文字04">
            <a:extLst>
              <a:ext uri="{FF2B5EF4-FFF2-40B4-BE49-F238E27FC236}">
                <a16:creationId xmlns:a16="http://schemas.microsoft.com/office/drawing/2014/main" id="{ACD2C24F-610E-4D61-8C1A-770DCCD3C1A7}"/>
              </a:ext>
            </a:extLst>
          </p:cNvPr>
          <p:cNvGrpSpPr/>
          <p:nvPr/>
        </p:nvGrpSpPr>
        <p:grpSpPr>
          <a:xfrm>
            <a:off x="28216" y="3421395"/>
            <a:ext cx="8834244" cy="2135399"/>
            <a:chOff x="28216" y="3382206"/>
            <a:chExt cx="8834244" cy="2135399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8A8ED35C-BFB3-40AE-9FE6-388B674D0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4DC4B714-19E5-42FC-9160-412ED7B85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32549" y="3787976"/>
              <a:ext cx="1829036" cy="460680"/>
            </a:xfrm>
            <a:prstGeom prst="rect">
              <a:avLst/>
            </a:prstGeom>
          </p:spPr>
        </p:pic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521452C8-0B20-4534-ACBF-FF8BBEB3BE67}"/>
                </a:ext>
              </a:extLst>
            </p:cNvPr>
            <p:cNvSpPr txBox="1"/>
            <p:nvPr/>
          </p:nvSpPr>
          <p:spPr>
            <a:xfrm>
              <a:off x="1421297" y="4215250"/>
              <a:ext cx="7308111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 dirty="0" err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puànn-tsiann-puî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53FB4069-538E-4C7C-89DC-283C8E2725E0}"/>
                </a:ext>
              </a:extLst>
            </p:cNvPr>
            <p:cNvSpPr txBox="1"/>
            <p:nvPr/>
          </p:nvSpPr>
          <p:spPr>
            <a:xfrm>
              <a:off x="1421297" y="4671762"/>
              <a:ext cx="7308111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半肥半瘦。</a:t>
              </a:r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C417901C-A6C1-4E7D-8F0F-C5AE5AA83382}"/>
              </a:ext>
            </a:extLst>
          </p:cNvPr>
          <p:cNvSpPr txBox="1"/>
          <p:nvPr/>
        </p:nvSpPr>
        <p:spPr>
          <a:xfrm>
            <a:off x="672046" y="1128627"/>
            <a:ext cx="8156861" cy="180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大姊款的料比阿媽較豐沛，伊毋知去佗位學來的，毋但秫米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愛用油蔥仔酥炒過；蝦米、香菇、</a:t>
            </a:r>
            <a:r>
              <a:rPr lang="zh-TW" altLang="en-US" sz="2200" b="1" u="sng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半精肥</a:t>
            </a:r>
            <a:r>
              <a:rPr lang="en-US" altLang="zh-TW" sz="2200" b="1" u="sng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4</a:t>
            </a:r>
            <a:r>
              <a:rPr lang="zh-TW" altLang="en-US" sz="2200" b="1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的豬肉、鰇魚，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用紅蔥仔頭</a:t>
            </a:r>
            <a:r>
              <a:rPr lang="zh-TW" altLang="en-US" sz="2200" b="1" u="sng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芡芳</a:t>
            </a:r>
            <a:r>
              <a:rPr lang="en-US" altLang="zh-TW" sz="2200" b="1" u="sng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5</a:t>
            </a:r>
            <a:r>
              <a:rPr lang="zh-TW" altLang="en-US" sz="2200" b="1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了，閣濫中藥房</a:t>
            </a:r>
            <a:r>
              <a:rPr lang="zh-TW" altLang="en-US" sz="2200" b="1" u="sng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拆</a:t>
            </a:r>
            <a:r>
              <a:rPr lang="en-US" altLang="zh-TW" sz="2200" b="1" u="sng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6</a:t>
            </a:r>
            <a:r>
              <a:rPr lang="en-US" altLang="zh-TW" sz="2200" b="1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轉來的</a:t>
            </a:r>
            <a:r>
              <a:rPr lang="zh-TW" altLang="en-US" sz="2200" b="1" u="sng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五香</a:t>
            </a:r>
            <a:r>
              <a:rPr lang="en-US" altLang="zh-TW" sz="2200" b="1" u="sng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7</a:t>
            </a: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炒甲芳貢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貢、貢貢芳；</a:t>
            </a:r>
          </a:p>
        </p:txBody>
      </p:sp>
      <p:grpSp>
        <p:nvGrpSpPr>
          <p:cNvPr id="10" name="翻譯文字">
            <a:extLst>
              <a:ext uri="{FF2B5EF4-FFF2-40B4-BE49-F238E27FC236}">
                <a16:creationId xmlns:a16="http://schemas.microsoft.com/office/drawing/2014/main" id="{AA32AF34-6FB2-4B05-9F69-4D760CC4BA84}"/>
              </a:ext>
            </a:extLst>
          </p:cNvPr>
          <p:cNvGrpSpPr/>
          <p:nvPr/>
        </p:nvGrpSpPr>
        <p:grpSpPr>
          <a:xfrm>
            <a:off x="9220127" y="3421395"/>
            <a:ext cx="8834244" cy="2135399"/>
            <a:chOff x="9220638" y="3382206"/>
            <a:chExt cx="8834244" cy="2135399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1E292D27-43D3-4B32-8B9A-414D13A89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F1397302-60B1-4CFF-808C-A9424D9136E8}"/>
                </a:ext>
              </a:extLst>
            </p:cNvPr>
            <p:cNvSpPr txBox="1"/>
            <p:nvPr/>
          </p:nvSpPr>
          <p:spPr>
            <a:xfrm>
              <a:off x="9843758" y="3715946"/>
              <a:ext cx="8211123" cy="1366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大姊準備的食材比奶奶更豐富，她不知去哪學來的，不但糯米</a:t>
              </a:r>
              <a:br>
                <a:rPr lang="en-US" altLang="zh-TW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要用油蔥酥炒過；蝦米、香菇、半肥半瘦的豬肉、魷魚已用紅</a:t>
              </a:r>
              <a:br>
                <a:rPr lang="en-US" altLang="zh-TW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蔥頭爆香了，還加入中藥房買來的五香，炒得香噴噴；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grpSp>
        <p:nvGrpSpPr>
          <p:cNvPr id="13" name="註解文字05">
            <a:extLst>
              <a:ext uri="{FF2B5EF4-FFF2-40B4-BE49-F238E27FC236}">
                <a16:creationId xmlns:a16="http://schemas.microsoft.com/office/drawing/2014/main" id="{B651F171-07FE-418B-9229-EBAFF45553E0}"/>
              </a:ext>
            </a:extLst>
          </p:cNvPr>
          <p:cNvGrpSpPr/>
          <p:nvPr/>
        </p:nvGrpSpPr>
        <p:grpSpPr>
          <a:xfrm>
            <a:off x="28216" y="5866027"/>
            <a:ext cx="8834244" cy="2135399"/>
            <a:chOff x="28216" y="3382206"/>
            <a:chExt cx="8834244" cy="2135399"/>
          </a:xfrm>
        </p:grpSpPr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63EE2283-6A95-4DB6-8D41-FC28A36C5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6B317065-E01A-4F96-95B1-CAF024311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41426" y="3776815"/>
              <a:ext cx="1829036" cy="460680"/>
            </a:xfrm>
            <a:prstGeom prst="rect">
              <a:avLst/>
            </a:prstGeom>
          </p:spPr>
        </p:pic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4A9D3295-666E-434D-A0AC-9F25D9865121}"/>
                </a:ext>
              </a:extLst>
            </p:cNvPr>
            <p:cNvSpPr txBox="1"/>
            <p:nvPr/>
          </p:nvSpPr>
          <p:spPr>
            <a:xfrm>
              <a:off x="1421298" y="4201803"/>
              <a:ext cx="7308110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 dirty="0" err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khiàn-phang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91FAC569-49BB-40E8-AA63-767748B4C8E8}"/>
                </a:ext>
              </a:extLst>
            </p:cNvPr>
            <p:cNvSpPr txBox="1"/>
            <p:nvPr/>
          </p:nvSpPr>
          <p:spPr>
            <a:xfrm>
              <a:off x="1421298" y="4658315"/>
              <a:ext cx="7308110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烹飪時把蔥蒜等香料爆香以引出香味。</a:t>
              </a:r>
            </a:p>
          </p:txBody>
        </p:sp>
      </p:grpSp>
      <p:grpSp>
        <p:nvGrpSpPr>
          <p:cNvPr id="18" name="註解文字06">
            <a:extLst>
              <a:ext uri="{FF2B5EF4-FFF2-40B4-BE49-F238E27FC236}">
                <a16:creationId xmlns:a16="http://schemas.microsoft.com/office/drawing/2014/main" id="{CEB7857F-8BAE-4EE1-A917-7AF3B10CF32D}"/>
              </a:ext>
            </a:extLst>
          </p:cNvPr>
          <p:cNvGrpSpPr/>
          <p:nvPr/>
        </p:nvGrpSpPr>
        <p:grpSpPr>
          <a:xfrm>
            <a:off x="28216" y="8159061"/>
            <a:ext cx="8834244" cy="2135399"/>
            <a:chOff x="28216" y="3382206"/>
            <a:chExt cx="8834244" cy="2135399"/>
          </a:xfrm>
        </p:grpSpPr>
        <p:pic>
          <p:nvPicPr>
            <p:cNvPr id="19" name="圖片 18">
              <a:extLst>
                <a:ext uri="{FF2B5EF4-FFF2-40B4-BE49-F238E27FC236}">
                  <a16:creationId xmlns:a16="http://schemas.microsoft.com/office/drawing/2014/main" id="{FE1A9A78-38D9-429F-B596-555406A8C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20" name="圖片 19">
              <a:extLst>
                <a:ext uri="{FF2B5EF4-FFF2-40B4-BE49-F238E27FC236}">
                  <a16:creationId xmlns:a16="http://schemas.microsoft.com/office/drawing/2014/main" id="{EC405C5E-5CE9-4B2B-A670-8AC0BC69D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401" y="3593271"/>
              <a:ext cx="1829036" cy="460680"/>
            </a:xfrm>
            <a:prstGeom prst="rect">
              <a:avLst/>
            </a:prstGeom>
          </p:spPr>
        </p:pic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748485AB-9893-4B6B-A28C-E4295D7C157B}"/>
                </a:ext>
              </a:extLst>
            </p:cNvPr>
            <p:cNvSpPr txBox="1"/>
            <p:nvPr/>
          </p:nvSpPr>
          <p:spPr>
            <a:xfrm>
              <a:off x="1135149" y="4020545"/>
              <a:ext cx="7693758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 dirty="0" err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thiah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A9E5FE5E-514D-486C-9607-B7951A9D6658}"/>
                </a:ext>
              </a:extLst>
            </p:cNvPr>
            <p:cNvSpPr txBox="1"/>
            <p:nvPr/>
          </p:nvSpPr>
          <p:spPr>
            <a:xfrm>
              <a:off x="1135149" y="4477057"/>
              <a:ext cx="7693758" cy="9367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2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3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1.《</a:t>
              </a:r>
              <a:r>
                <a:rPr lang="zh-TW" altLang="en-US" sz="23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教育部臺灣台語常用詞辭典</a:t>
              </a:r>
              <a:r>
                <a:rPr lang="en-US" altLang="zh-TW" sz="23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》</a:t>
              </a:r>
              <a:r>
                <a:rPr lang="zh-TW" altLang="en-US" sz="23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指撕開、拆開。</a:t>
              </a:r>
              <a:br>
                <a:rPr lang="en-US" altLang="zh-TW" sz="23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</a:br>
              <a:r>
                <a:rPr lang="en-US" altLang="zh-TW" sz="23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2.</a:t>
              </a:r>
              <a:r>
                <a:rPr lang="zh-TW" altLang="en-US" sz="23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本文指「購買」的意思。</a:t>
              </a:r>
            </a:p>
          </p:txBody>
        </p:sp>
      </p:grpSp>
      <p:grpSp>
        <p:nvGrpSpPr>
          <p:cNvPr id="23" name="註解文字07">
            <a:extLst>
              <a:ext uri="{FF2B5EF4-FFF2-40B4-BE49-F238E27FC236}">
                <a16:creationId xmlns:a16="http://schemas.microsoft.com/office/drawing/2014/main" id="{A36CC66F-2CCA-4D79-8E3C-397036014C27}"/>
              </a:ext>
            </a:extLst>
          </p:cNvPr>
          <p:cNvGrpSpPr/>
          <p:nvPr/>
        </p:nvGrpSpPr>
        <p:grpSpPr>
          <a:xfrm>
            <a:off x="28216" y="10459809"/>
            <a:ext cx="8834244" cy="2135399"/>
            <a:chOff x="28216" y="3382206"/>
            <a:chExt cx="8834244" cy="2135399"/>
          </a:xfrm>
        </p:grpSpPr>
        <p:pic>
          <p:nvPicPr>
            <p:cNvPr id="24" name="圖片 23">
              <a:extLst>
                <a:ext uri="{FF2B5EF4-FFF2-40B4-BE49-F238E27FC236}">
                  <a16:creationId xmlns:a16="http://schemas.microsoft.com/office/drawing/2014/main" id="{F717E098-BAA7-4D2F-AD35-4C35415BE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42DF3AE0-3C3B-4DE9-8EEC-332BE12E9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0000" y="3591630"/>
              <a:ext cx="1829036" cy="466403"/>
            </a:xfrm>
            <a:prstGeom prst="rect">
              <a:avLst/>
            </a:prstGeom>
          </p:spPr>
        </p:pic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64FB8755-2E3A-40EA-970E-048966062CD5}"/>
                </a:ext>
              </a:extLst>
            </p:cNvPr>
            <p:cNvSpPr txBox="1"/>
            <p:nvPr/>
          </p:nvSpPr>
          <p:spPr>
            <a:xfrm>
              <a:off x="1410129" y="3991771"/>
              <a:ext cx="4740726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 dirty="0" err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ngóo-hiang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722D8C4D-831C-49C0-8591-488F6155F632}"/>
                </a:ext>
              </a:extLst>
            </p:cNvPr>
            <p:cNvSpPr txBox="1"/>
            <p:nvPr/>
          </p:nvSpPr>
          <p:spPr>
            <a:xfrm>
              <a:off x="1390000" y="4448283"/>
              <a:ext cx="7472460" cy="901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2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3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指茴香、花椒、八角、桂皮、丁香五種香料，</a:t>
              </a:r>
              <a:br>
                <a:rPr lang="en-US" altLang="zh-TW" sz="23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</a:br>
              <a:r>
                <a:rPr lang="zh-TW" altLang="en-US" sz="23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是烹調食物時所添加的佐料。</a:t>
              </a:r>
            </a:p>
          </p:txBody>
        </p:sp>
      </p:grpSp>
      <p:sp>
        <p:nvSpPr>
          <p:cNvPr id="28" name="註解點選框-07">
            <a:extLst>
              <a:ext uri="{FF2B5EF4-FFF2-40B4-BE49-F238E27FC236}">
                <a16:creationId xmlns:a16="http://schemas.microsoft.com/office/drawing/2014/main" id="{0D54CB23-C99C-4746-AD53-7EA79D849C93}"/>
              </a:ext>
            </a:extLst>
          </p:cNvPr>
          <p:cNvSpPr/>
          <p:nvPr/>
        </p:nvSpPr>
        <p:spPr>
          <a:xfrm>
            <a:off x="6113479" y="2099767"/>
            <a:ext cx="778263" cy="412324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註解點選框-06">
            <a:extLst>
              <a:ext uri="{FF2B5EF4-FFF2-40B4-BE49-F238E27FC236}">
                <a16:creationId xmlns:a16="http://schemas.microsoft.com/office/drawing/2014/main" id="{86229E4F-5EEE-4495-8448-49E6FAC49F3C}"/>
              </a:ext>
            </a:extLst>
          </p:cNvPr>
          <p:cNvSpPr/>
          <p:nvPr/>
        </p:nvSpPr>
        <p:spPr>
          <a:xfrm>
            <a:off x="4682170" y="2099767"/>
            <a:ext cx="747144" cy="412324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0" name="註解點選框-05">
            <a:extLst>
              <a:ext uri="{FF2B5EF4-FFF2-40B4-BE49-F238E27FC236}">
                <a16:creationId xmlns:a16="http://schemas.microsoft.com/office/drawing/2014/main" id="{3DB17CE5-62BA-4ED3-A91E-38554A4120C9}"/>
              </a:ext>
            </a:extLst>
          </p:cNvPr>
          <p:cNvSpPr/>
          <p:nvPr/>
        </p:nvSpPr>
        <p:spPr>
          <a:xfrm>
            <a:off x="2050501" y="2099767"/>
            <a:ext cx="924936" cy="412324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註解點選框-04">
            <a:extLst>
              <a:ext uri="{FF2B5EF4-FFF2-40B4-BE49-F238E27FC236}">
                <a16:creationId xmlns:a16="http://schemas.microsoft.com/office/drawing/2014/main" id="{5BE4A12B-3404-434C-A26F-A9CE353A706F}"/>
              </a:ext>
            </a:extLst>
          </p:cNvPr>
          <p:cNvSpPr/>
          <p:nvPr/>
        </p:nvSpPr>
        <p:spPr>
          <a:xfrm>
            <a:off x="4855765" y="1654445"/>
            <a:ext cx="1079834" cy="38294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2" name="頁碼">
            <a:extLst>
              <a:ext uri="{FF2B5EF4-FFF2-40B4-BE49-F238E27FC236}">
                <a16:creationId xmlns:a16="http://schemas.microsoft.com/office/drawing/2014/main" id="{A5207DD0-49A8-41CA-BD4E-1008C896AAB1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33" name="圖片 32">
              <a:extLst>
                <a:ext uri="{FF2B5EF4-FFF2-40B4-BE49-F238E27FC236}">
                  <a16:creationId xmlns:a16="http://schemas.microsoft.com/office/drawing/2014/main" id="{66965FA1-0E0F-4D9E-8D5D-AC9E589F2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83966AAC-B57E-4D7B-AF85-E1A27DD0ECF3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 dirty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058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35" name="翻譯按鈕">
            <a:extLst>
              <a:ext uri="{FF2B5EF4-FFF2-40B4-BE49-F238E27FC236}">
                <a16:creationId xmlns:a16="http://schemas.microsoft.com/office/drawing/2014/main" id="{1EFFEB23-49BC-4413-B265-D4D0CC0B07D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907" y="257566"/>
            <a:ext cx="567001" cy="567001"/>
          </a:xfrm>
          <a:prstGeom prst="rect">
            <a:avLst/>
          </a:prstGeom>
        </p:spPr>
      </p:pic>
      <p:grpSp>
        <p:nvGrpSpPr>
          <p:cNvPr id="36" name="灰色音訊">
            <a:extLst>
              <a:ext uri="{FF2B5EF4-FFF2-40B4-BE49-F238E27FC236}">
                <a16:creationId xmlns:a16="http://schemas.microsoft.com/office/drawing/2014/main" id="{6AB1437E-8732-4106-89FE-FA2100A67471}"/>
              </a:ext>
            </a:extLst>
          </p:cNvPr>
          <p:cNvGrpSpPr/>
          <p:nvPr/>
        </p:nvGrpSpPr>
        <p:grpSpPr>
          <a:xfrm>
            <a:off x="6159783" y="3281020"/>
            <a:ext cx="2189758" cy="370976"/>
            <a:chOff x="1421298" y="3337508"/>
            <a:chExt cx="2189758" cy="370976"/>
          </a:xfrm>
        </p:grpSpPr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333679EB-4AD8-4AE5-8DC3-3A7E9704B486}"/>
                </a:ext>
              </a:extLst>
            </p:cNvPr>
            <p:cNvGrpSpPr/>
            <p:nvPr/>
          </p:nvGrpSpPr>
          <p:grpSpPr>
            <a:xfrm>
              <a:off x="1421298" y="3337508"/>
              <a:ext cx="448114" cy="370976"/>
              <a:chOff x="1421298" y="3253100"/>
              <a:chExt cx="448114" cy="370976"/>
            </a:xfrm>
          </p:grpSpPr>
          <p:pic>
            <p:nvPicPr>
              <p:cNvPr id="46" name="圖片 45">
                <a:extLst>
                  <a:ext uri="{FF2B5EF4-FFF2-40B4-BE49-F238E27FC236}">
                    <a16:creationId xmlns:a16="http://schemas.microsoft.com/office/drawing/2014/main" id="{55924A0E-2763-4844-9EE8-2C70349232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1298" y="3253100"/>
                <a:ext cx="448114" cy="324654"/>
              </a:xfrm>
              <a:prstGeom prst="rect">
                <a:avLst/>
              </a:prstGeom>
            </p:spPr>
          </p:pic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7105E647-47B8-4BBD-8C70-E72634C78722}"/>
                  </a:ext>
                </a:extLst>
              </p:cNvPr>
              <p:cNvSpPr txBox="1"/>
              <p:nvPr/>
            </p:nvSpPr>
            <p:spPr>
              <a:xfrm>
                <a:off x="1462451" y="3335023"/>
                <a:ext cx="365807" cy="289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1200"/>
                  </a:spcBef>
                  <a:buClr>
                    <a:srgbClr val="FC8D89"/>
                  </a:buClr>
                </a:pPr>
                <a:r>
                  <a:rPr lang="en-US" altLang="zh-TW" sz="1100" b="1" dirty="0">
                    <a:solidFill>
                      <a:schemeClr val="bg1"/>
                    </a:solidFill>
                    <a:latin typeface="台灣楷體" panose="02010604000101010101" pitchFamily="2" charset="-120"/>
                    <a:ea typeface="台灣楷體" panose="02010604000101010101" pitchFamily="2" charset="-120"/>
                  </a:rPr>
                  <a:t>04</a:t>
                </a:r>
                <a:endParaRPr lang="zh-TW" altLang="en-US" sz="1100" b="1" dirty="0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endParaRPr>
              </a:p>
            </p:txBody>
          </p:sp>
        </p:grpSp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BD8B3B5A-6383-4C4F-AF68-1A9E86C3BD00}"/>
                </a:ext>
              </a:extLst>
            </p:cNvPr>
            <p:cNvGrpSpPr/>
            <p:nvPr/>
          </p:nvGrpSpPr>
          <p:grpSpPr>
            <a:xfrm>
              <a:off x="2003774" y="3337508"/>
              <a:ext cx="448114" cy="370976"/>
              <a:chOff x="1421298" y="3253100"/>
              <a:chExt cx="448114" cy="370976"/>
            </a:xfrm>
          </p:grpSpPr>
          <p:pic>
            <p:nvPicPr>
              <p:cNvPr id="44" name="圖片 43">
                <a:extLst>
                  <a:ext uri="{FF2B5EF4-FFF2-40B4-BE49-F238E27FC236}">
                    <a16:creationId xmlns:a16="http://schemas.microsoft.com/office/drawing/2014/main" id="{BF28882D-30C4-4326-A3DC-8356820FCC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1298" y="3253100"/>
                <a:ext cx="448114" cy="324654"/>
              </a:xfrm>
              <a:prstGeom prst="rect">
                <a:avLst/>
              </a:prstGeom>
            </p:spPr>
          </p:pic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D0BD1F17-E6C4-4BB2-ACDD-4187EBACA022}"/>
                  </a:ext>
                </a:extLst>
              </p:cNvPr>
              <p:cNvSpPr txBox="1"/>
              <p:nvPr/>
            </p:nvSpPr>
            <p:spPr>
              <a:xfrm>
                <a:off x="1462451" y="3335023"/>
                <a:ext cx="365807" cy="289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1200"/>
                  </a:spcBef>
                  <a:buClr>
                    <a:srgbClr val="FC8D89"/>
                  </a:buClr>
                </a:pPr>
                <a:r>
                  <a:rPr lang="en-US" altLang="zh-TW" sz="1100" b="1" dirty="0">
                    <a:solidFill>
                      <a:schemeClr val="bg1"/>
                    </a:solidFill>
                    <a:latin typeface="台灣楷體" panose="02010604000101010101" pitchFamily="2" charset="-120"/>
                    <a:ea typeface="台灣楷體" panose="02010604000101010101" pitchFamily="2" charset="-120"/>
                  </a:rPr>
                  <a:t>05</a:t>
                </a:r>
                <a:endParaRPr lang="zh-TW" altLang="en-US" sz="1100" b="1" dirty="0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endParaRPr>
              </a:p>
            </p:txBody>
          </p:sp>
        </p:grpSp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4E31140A-6704-4D9D-A7DE-078FF776EB74}"/>
                </a:ext>
              </a:extLst>
            </p:cNvPr>
            <p:cNvGrpSpPr/>
            <p:nvPr/>
          </p:nvGrpSpPr>
          <p:grpSpPr>
            <a:xfrm>
              <a:off x="2586250" y="3337508"/>
              <a:ext cx="1024806" cy="370976"/>
              <a:chOff x="1421298" y="3253100"/>
              <a:chExt cx="1024806" cy="370976"/>
            </a:xfrm>
          </p:grpSpPr>
          <p:pic>
            <p:nvPicPr>
              <p:cNvPr id="40" name="圖片 39">
                <a:extLst>
                  <a:ext uri="{FF2B5EF4-FFF2-40B4-BE49-F238E27FC236}">
                    <a16:creationId xmlns:a16="http://schemas.microsoft.com/office/drawing/2014/main" id="{FC5BAD7B-1934-4C3C-9A1E-63E462A331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421298" y="3253100"/>
                <a:ext cx="448114" cy="324654"/>
              </a:xfrm>
              <a:prstGeom prst="rect">
                <a:avLst/>
              </a:prstGeom>
            </p:spPr>
          </p:pic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DD3DB0D7-7756-4D1C-B1E4-15F36370F0C5}"/>
                  </a:ext>
                </a:extLst>
              </p:cNvPr>
              <p:cNvSpPr txBox="1"/>
              <p:nvPr/>
            </p:nvSpPr>
            <p:spPr>
              <a:xfrm>
                <a:off x="1462451" y="3335023"/>
                <a:ext cx="365807" cy="289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1200"/>
                  </a:spcBef>
                  <a:buClr>
                    <a:srgbClr val="FC8D89"/>
                  </a:buClr>
                </a:pPr>
                <a:r>
                  <a:rPr lang="en-US" altLang="zh-TW" sz="1100" b="1" dirty="0">
                    <a:solidFill>
                      <a:schemeClr val="bg1"/>
                    </a:solidFill>
                    <a:latin typeface="台灣楷體" panose="02010604000101010101" pitchFamily="2" charset="-120"/>
                    <a:ea typeface="台灣楷體" panose="02010604000101010101" pitchFamily="2" charset="-120"/>
                  </a:rPr>
                  <a:t>06</a:t>
                </a:r>
                <a:endParaRPr lang="zh-TW" altLang="en-US" sz="1100" b="1" dirty="0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endParaRPr>
              </a:p>
            </p:txBody>
          </p:sp>
          <p:pic>
            <p:nvPicPr>
              <p:cNvPr id="42" name="圖片 41">
                <a:extLst>
                  <a:ext uri="{FF2B5EF4-FFF2-40B4-BE49-F238E27FC236}">
                    <a16:creationId xmlns:a16="http://schemas.microsoft.com/office/drawing/2014/main" id="{4B57E049-B13B-4016-A8C0-E98AAF565D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97990" y="3253100"/>
                <a:ext cx="448114" cy="324654"/>
              </a:xfrm>
              <a:prstGeom prst="rect">
                <a:avLst/>
              </a:prstGeom>
            </p:spPr>
          </p:pic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5A82D9CB-C06E-4D02-A382-71B886B9604A}"/>
                  </a:ext>
                </a:extLst>
              </p:cNvPr>
              <p:cNvSpPr txBox="1"/>
              <p:nvPr/>
            </p:nvSpPr>
            <p:spPr>
              <a:xfrm>
                <a:off x="2039143" y="3335023"/>
                <a:ext cx="365807" cy="289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  <a:spcBef>
                    <a:spcPts val="1200"/>
                  </a:spcBef>
                  <a:buClr>
                    <a:srgbClr val="FC8D89"/>
                  </a:buClr>
                </a:pPr>
                <a:r>
                  <a:rPr lang="en-US" altLang="zh-TW" sz="1100" b="1" dirty="0">
                    <a:solidFill>
                      <a:schemeClr val="bg1"/>
                    </a:solidFill>
                    <a:latin typeface="台灣楷體" panose="02010604000101010101" pitchFamily="2" charset="-120"/>
                    <a:ea typeface="台灣楷體" panose="02010604000101010101" pitchFamily="2" charset="-120"/>
                  </a:rPr>
                  <a:t>07</a:t>
                </a:r>
                <a:endParaRPr lang="zh-TW" altLang="en-US" sz="1100" b="1" dirty="0">
                  <a:solidFill>
                    <a:schemeClr val="bg1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endParaRPr>
              </a:p>
            </p:txBody>
          </p:sp>
        </p:grpSp>
      </p:grpSp>
      <p:pic>
        <p:nvPicPr>
          <p:cNvPr id="54" name="圖片 53">
            <a:hlinkClick r:id="rId23" action="ppaction://hlinksldjump"/>
            <a:extLst>
              <a:ext uri="{FF2B5EF4-FFF2-40B4-BE49-F238E27FC236}">
                <a16:creationId xmlns:a16="http://schemas.microsoft.com/office/drawing/2014/main" id="{ECD45A80-EA97-4A18-9DE3-5CE9BCA90D2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221" y="1940211"/>
            <a:ext cx="232356" cy="1257462"/>
          </a:xfrm>
          <a:prstGeom prst="rect">
            <a:avLst/>
          </a:prstGeom>
        </p:spPr>
      </p:pic>
      <p:pic>
        <p:nvPicPr>
          <p:cNvPr id="55" name="圖片 54">
            <a:hlinkClick r:id="rId25" action="ppaction://hlinksldjump"/>
            <a:extLst>
              <a:ext uri="{FF2B5EF4-FFF2-40B4-BE49-F238E27FC236}">
                <a16:creationId xmlns:a16="http://schemas.microsoft.com/office/drawing/2014/main" id="{EF8B0755-C76A-4A71-917A-C603E0F41C8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C99C828C-4E64-484B-93FC-7176BF9FEFB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4435412" cy="868792"/>
          </a:xfrm>
          <a:prstGeom prst="rect">
            <a:avLst/>
          </a:prstGeom>
        </p:spPr>
      </p:pic>
      <p:pic>
        <p:nvPicPr>
          <p:cNvPr id="48" name="004P058未食五日節-05(00_27)">
            <a:hlinkClick r:id="" action="ppaction://media"/>
            <a:extLst>
              <a:ext uri="{FF2B5EF4-FFF2-40B4-BE49-F238E27FC236}">
                <a16:creationId xmlns:a16="http://schemas.microsoft.com/office/drawing/2014/main" id="{003DEF75-6DAD-420C-9EB3-DC7A6BA94F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779" y="257566"/>
            <a:ext cx="567001" cy="567001"/>
          </a:xfrm>
          <a:prstGeom prst="rect">
            <a:avLst/>
          </a:prstGeom>
        </p:spPr>
      </p:pic>
      <p:pic>
        <p:nvPicPr>
          <p:cNvPr id="62" name="004P058註解-04半精肥(00_01)">
            <a:hlinkClick r:id="" action="ppaction://media"/>
            <a:extLst>
              <a:ext uri="{FF2B5EF4-FFF2-40B4-BE49-F238E27FC236}">
                <a16:creationId xmlns:a16="http://schemas.microsoft.com/office/drawing/2014/main" id="{7D70DF5C-8370-41CB-BBCA-CE650F994C2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363" y="3284172"/>
            <a:ext cx="448114" cy="320081"/>
          </a:xfrm>
          <a:prstGeom prst="rect">
            <a:avLst/>
          </a:prstGeom>
        </p:spPr>
      </p:pic>
      <p:pic>
        <p:nvPicPr>
          <p:cNvPr id="63" name="004P058註解-05芡芳(00_01)">
            <a:hlinkClick r:id="" action="ppaction://media"/>
            <a:extLst>
              <a:ext uri="{FF2B5EF4-FFF2-40B4-BE49-F238E27FC236}">
                <a16:creationId xmlns:a16="http://schemas.microsoft.com/office/drawing/2014/main" id="{608A805D-EF90-4DA7-B2E1-B34FBC89B7FD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072" y="3284172"/>
            <a:ext cx="448114" cy="320081"/>
          </a:xfrm>
          <a:prstGeom prst="rect">
            <a:avLst/>
          </a:prstGeom>
        </p:spPr>
      </p:pic>
      <p:pic>
        <p:nvPicPr>
          <p:cNvPr id="64" name="004P058註解-06拆(00_01)">
            <a:hlinkClick r:id="" action="ppaction://media"/>
            <a:extLst>
              <a:ext uri="{FF2B5EF4-FFF2-40B4-BE49-F238E27FC236}">
                <a16:creationId xmlns:a16="http://schemas.microsoft.com/office/drawing/2014/main" id="{D2764168-13AC-4D3E-8920-F102B20E74E8}"/>
              </a:ext>
            </a:extLst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7390" y="3284172"/>
            <a:ext cx="448114" cy="320081"/>
          </a:xfrm>
          <a:prstGeom prst="rect">
            <a:avLst/>
          </a:prstGeom>
        </p:spPr>
      </p:pic>
      <p:pic>
        <p:nvPicPr>
          <p:cNvPr id="65" name="004P059註解-07五香(00_01)">
            <a:hlinkClick r:id="" action="ppaction://media"/>
            <a:extLst>
              <a:ext uri="{FF2B5EF4-FFF2-40B4-BE49-F238E27FC236}">
                <a16:creationId xmlns:a16="http://schemas.microsoft.com/office/drawing/2014/main" id="{8A109FF5-00C6-4DEF-A151-D718B6CB0CA9}"/>
              </a:ext>
            </a:extLst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427" y="3284172"/>
            <a:ext cx="448114" cy="32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02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8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94363E-7 L -1.00382 2.94363E-7 " pathEditMode="relative" rAng="0" ptsTypes="AA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9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5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5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5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6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69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0" fill="hold">
                      <p:stCondLst>
                        <p:cond delay="0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8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8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8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9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31075E-6 L -1.11111E-6 -0.42683 " pathEditMode="relative" rAng="0" ptsTypes="AA">
                                      <p:cBhvr>
                                        <p:cTn id="10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1355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1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1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2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131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2" fill="hold">
                      <p:stCondLst>
                        <p:cond delay="0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3.88781E-6 L -1.11111E-6 -0.83172 " pathEditMode="relative" rAng="0" ptsTypes="AA">
                                      <p:cBhvr>
                                        <p:cTn id="1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1600"/>
                                    </p:animMotion>
                                  </p:childTnLst>
                                </p:cTn>
                              </p:par>
                              <p:par>
                                <p:cTn id="1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46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49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52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6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2" fill="hold">
                      <p:stCondLst>
                        <p:cond delay="0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7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8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81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2" fill="hold">
                      <p:stCondLst>
                        <p:cond delay="0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190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96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7" fill="hold">
                      <p:stCondLst>
                        <p:cond delay="0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05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0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7" fill="hold">
                      <p:stCondLst>
                        <p:cond delay="0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4.33768E-6 L -1.11111E-6 -1.23465 " pathEditMode="relative" rAng="0" ptsTypes="AA">
                                      <p:cBhvr>
                                        <p:cTn id="2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61733"/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21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2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2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audio>
              <p:cMediaNode vol="80000">
                <p:cTn id="2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8"/>
                </p:tgtEl>
              </p:cMediaNode>
            </p:audio>
            <p:audio>
              <p:cMediaNode vol="80000">
                <p:cTn id="2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2"/>
                </p:tgtEl>
              </p:cMediaNode>
            </p:audio>
            <p:audio>
              <p:cMediaNode vol="80000">
                <p:cTn id="2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3"/>
                </p:tgtEl>
              </p:cMediaNode>
            </p:audio>
            <p:audio>
              <p:cMediaNode vol="80000">
                <p:cTn id="2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4"/>
                </p:tgtEl>
              </p:cMediaNode>
            </p:audio>
            <p:audio>
              <p:cMediaNode vol="80000">
                <p:cTn id="2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5"/>
                </p:tgtEl>
              </p:cMediaNode>
            </p:audio>
            <p:seq concurrent="1" nextAc="seek">
              <p:cTn id="239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0" fill="hold">
                      <p:stCondLst>
                        <p:cond delay="0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3" dur="1" fill="hold"/>
                                        <p:tgtEl>
                                          <p:spTgt spid="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244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5" fill="hold">
                      <p:stCondLst>
                        <p:cond delay="0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8" dur="1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53" dur="1" fill="hold"/>
                                        <p:tgtEl>
                                          <p:spTgt spid="6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  <p:seq concurrent="1" nextAc="seek">
              <p:cTn id="254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5" fill="hold">
                      <p:stCondLst>
                        <p:cond delay="0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58" dur="1" fill="hold"/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  <p:seq concurrent="1" nextAc="seek">
              <p:cTn id="259" restart="whenNotActive" fill="hold" evtFilter="cancelBubble" nodeType="interactiveSeq">
                <p:stCondLst>
                  <p:cond evt="onClick" delay="0">
                    <p:tgtEl>
                      <p:spTgt spid="6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0" fill="hold">
                      <p:stCondLst>
                        <p:cond delay="0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3" dur="1" fill="hold"/>
                                        <p:tgtEl>
                                          <p:spTgt spid="6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5"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CE56338-BCA2-425F-88DB-6DA35EADD28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CA96639-2ED3-4FB5-835B-B779456D47B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A53FF6D-1710-4C07-98E8-62FF62C45DA9}"/>
              </a:ext>
            </a:extLst>
          </p:cNvPr>
          <p:cNvSpPr txBox="1"/>
          <p:nvPr/>
        </p:nvSpPr>
        <p:spPr>
          <a:xfrm>
            <a:off x="1040000" y="1209317"/>
            <a:ext cx="7454062" cy="925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閣有塗豆、規粒的鹹卵仁佮規粒的栗子。縛家己食好，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若欲賣會</a:t>
            </a:r>
            <a:r>
              <a:rPr lang="zh-TW" altLang="en-US" sz="2200" b="1" u="sng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算袂和</a:t>
            </a:r>
            <a:r>
              <a:rPr lang="en-US" altLang="zh-TW" sz="2200" b="1" u="sng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8</a:t>
            </a:r>
            <a:r>
              <a:rPr lang="en-US" altLang="zh-TW" sz="2200" b="1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。那縛著那煠粽，一鼎愛煠點半鐘。</a:t>
            </a:r>
          </a:p>
        </p:txBody>
      </p:sp>
      <p:grpSp>
        <p:nvGrpSpPr>
          <p:cNvPr id="5" name="註解文字08">
            <a:extLst>
              <a:ext uri="{FF2B5EF4-FFF2-40B4-BE49-F238E27FC236}">
                <a16:creationId xmlns:a16="http://schemas.microsoft.com/office/drawing/2014/main" id="{1E9F9353-82BA-4072-A003-A1F6C75877F7}"/>
              </a:ext>
            </a:extLst>
          </p:cNvPr>
          <p:cNvGrpSpPr/>
          <p:nvPr/>
        </p:nvGrpSpPr>
        <p:grpSpPr>
          <a:xfrm>
            <a:off x="27252" y="3404445"/>
            <a:ext cx="8834244" cy="2135399"/>
            <a:chOff x="28216" y="3382206"/>
            <a:chExt cx="8834244" cy="213539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9200B877-6C11-48B7-A341-8410814D0D4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FA0F435-0FC0-4E76-95D2-BFDC9E87E9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9171" y="3768230"/>
              <a:ext cx="1698018" cy="428750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B35BFF49-6907-4466-A951-85923F2C3D9C}"/>
                </a:ext>
              </a:extLst>
            </p:cNvPr>
            <p:cNvSpPr txBox="1"/>
            <p:nvPr/>
          </p:nvSpPr>
          <p:spPr>
            <a:xfrm>
              <a:off x="1421297" y="4200750"/>
              <a:ext cx="7336327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 dirty="0" err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sǹg-bē-hô</a:t>
              </a:r>
              <a:r>
                <a:rPr lang="en-US" altLang="zh-TW" sz="24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 / </a:t>
              </a:r>
              <a:r>
                <a:rPr lang="en-US" altLang="zh-TW" sz="2400" b="1" dirty="0" err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sǹg-buē-hô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2317B353-0EDA-422F-89F8-86E59285798C}"/>
                </a:ext>
              </a:extLst>
            </p:cNvPr>
            <p:cNvSpPr txBox="1"/>
            <p:nvPr/>
          </p:nvSpPr>
          <p:spPr>
            <a:xfrm>
              <a:off x="1421297" y="4657262"/>
              <a:ext cx="7336327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划不來。</a:t>
              </a:r>
            </a:p>
          </p:txBody>
        </p:sp>
      </p:grpSp>
      <p:grpSp>
        <p:nvGrpSpPr>
          <p:cNvPr id="10" name="翻譯文字">
            <a:extLst>
              <a:ext uri="{FF2B5EF4-FFF2-40B4-BE49-F238E27FC236}">
                <a16:creationId xmlns:a16="http://schemas.microsoft.com/office/drawing/2014/main" id="{B3E1051F-BC5F-46B4-992A-04341CDAA8B7}"/>
              </a:ext>
            </a:extLst>
          </p:cNvPr>
          <p:cNvGrpSpPr/>
          <p:nvPr/>
        </p:nvGrpSpPr>
        <p:grpSpPr>
          <a:xfrm>
            <a:off x="9221661" y="3379731"/>
            <a:ext cx="8834244" cy="2135399"/>
            <a:chOff x="9220638" y="3382206"/>
            <a:chExt cx="8834244" cy="2135399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421B1968-94EC-4A85-95EA-C0E6A935B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9A512524-343E-4C37-B27C-CDB7FA63425C}"/>
                </a:ext>
              </a:extLst>
            </p:cNvPr>
            <p:cNvSpPr txBox="1"/>
            <p:nvPr/>
          </p:nvSpPr>
          <p:spPr>
            <a:xfrm>
              <a:off x="10666977" y="3763769"/>
              <a:ext cx="7334116" cy="1366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還有花生、整顆的鹹蛋黃及整顆的栗子。</a:t>
              </a:r>
              <a:br>
                <a:rPr lang="en-US" altLang="zh-TW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綁肉粽只適合自己食用，若拿去賣並不划算。</a:t>
              </a:r>
              <a:br>
                <a:rPr lang="en-US" altLang="zh-TW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邊綁得邊煮肉粽，一鍋粽要煮半個鐘頭。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13" name="翻譯按鈕">
            <a:extLst>
              <a:ext uri="{FF2B5EF4-FFF2-40B4-BE49-F238E27FC236}">
                <a16:creationId xmlns:a16="http://schemas.microsoft.com/office/drawing/2014/main" id="{3E579998-7B35-450B-AAAA-FD3A0C46AD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907" y="257566"/>
            <a:ext cx="567001" cy="567001"/>
          </a:xfrm>
          <a:prstGeom prst="rect">
            <a:avLst/>
          </a:prstGeom>
        </p:spPr>
      </p:pic>
      <p:sp>
        <p:nvSpPr>
          <p:cNvPr id="14" name="註解點選框-08">
            <a:extLst>
              <a:ext uri="{FF2B5EF4-FFF2-40B4-BE49-F238E27FC236}">
                <a16:creationId xmlns:a16="http://schemas.microsoft.com/office/drawing/2014/main" id="{45C01C03-3F4D-441A-981C-EC70D524F75D}"/>
              </a:ext>
            </a:extLst>
          </p:cNvPr>
          <p:cNvSpPr/>
          <p:nvPr/>
        </p:nvSpPr>
        <p:spPr>
          <a:xfrm>
            <a:off x="2154394" y="1701578"/>
            <a:ext cx="1184550" cy="42962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5" name="頁碼">
            <a:extLst>
              <a:ext uri="{FF2B5EF4-FFF2-40B4-BE49-F238E27FC236}">
                <a16:creationId xmlns:a16="http://schemas.microsoft.com/office/drawing/2014/main" id="{48C28D22-0D20-4C45-951A-004A3F35FA09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3A65D4A2-E54C-4449-A0B8-02BC73DE0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035D8790-217F-455A-AA51-B3B7C8737AAE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 dirty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058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18" name="圖片 17">
            <a:hlinkClick r:id="rId13" action="ppaction://hlinksldjump"/>
            <a:extLst>
              <a:ext uri="{FF2B5EF4-FFF2-40B4-BE49-F238E27FC236}">
                <a16:creationId xmlns:a16="http://schemas.microsoft.com/office/drawing/2014/main" id="{AEFEEC3F-5EF9-4B49-9F90-DA2DDFC097C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1954830"/>
            <a:ext cx="233202" cy="1257462"/>
          </a:xfrm>
          <a:prstGeom prst="rect">
            <a:avLst/>
          </a:prstGeom>
        </p:spPr>
      </p:pic>
      <p:pic>
        <p:nvPicPr>
          <p:cNvPr id="19" name="圖片 18">
            <a:hlinkClick r:id="rId15" action="ppaction://hlinksldjump"/>
            <a:extLst>
              <a:ext uri="{FF2B5EF4-FFF2-40B4-BE49-F238E27FC236}">
                <a16:creationId xmlns:a16="http://schemas.microsoft.com/office/drawing/2014/main" id="{656E7E5D-672F-491C-B354-8ED9567F841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18776278-230C-4D7A-AC02-C6E95CE9E3A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4435412" cy="868792"/>
          </a:xfrm>
          <a:prstGeom prst="rect">
            <a:avLst/>
          </a:prstGeom>
        </p:spPr>
      </p:pic>
      <p:pic>
        <p:nvPicPr>
          <p:cNvPr id="23" name="004P058未食五日節-06(00_17)">
            <a:hlinkClick r:id="" action="ppaction://media"/>
            <a:extLst>
              <a:ext uri="{FF2B5EF4-FFF2-40B4-BE49-F238E27FC236}">
                <a16:creationId xmlns:a16="http://schemas.microsoft.com/office/drawing/2014/main" id="{8DCEB3EA-AA64-4C22-BEF0-81FB8A09104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779" y="257566"/>
            <a:ext cx="567001" cy="567001"/>
          </a:xfrm>
          <a:prstGeom prst="rect">
            <a:avLst/>
          </a:prstGeom>
        </p:spPr>
      </p:pic>
      <p:pic>
        <p:nvPicPr>
          <p:cNvPr id="24" name="004P059註解-08算袂和(00_04)">
            <a:hlinkClick r:id="" action="ppaction://media"/>
            <a:extLst>
              <a:ext uri="{FF2B5EF4-FFF2-40B4-BE49-F238E27FC236}">
                <a16:creationId xmlns:a16="http://schemas.microsoft.com/office/drawing/2014/main" id="{937AF5A2-3E0F-4F16-9305-DD6833F17995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144" y="3284312"/>
            <a:ext cx="448114" cy="32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82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4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61261E-6 L -1.00382 4.61261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91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6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audio>
              <p:cMediaNode vol="8000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1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152E110-B2F7-45CB-9936-4DA7E5C8CF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9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3708311D-68D8-499A-A748-BDF2A0B9C8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8" y="3481484"/>
            <a:ext cx="8564461" cy="1975359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FDAFDF8D-5A3C-4A3D-AEC5-CA4F69803898}"/>
              </a:ext>
            </a:extLst>
          </p:cNvPr>
          <p:cNvSpPr txBox="1"/>
          <p:nvPr/>
        </p:nvSpPr>
        <p:spPr>
          <a:xfrm>
            <a:off x="1039999" y="1195462"/>
            <a:ext cx="7689409" cy="1806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</a:pP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這就是正港用煠的好料─下港粽。二姊寄來的就是這味，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佮北部用粽箬包油飯炊的無仝。食著下港粽，才知影阮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姊妹仔的感情縛比粽較絚，一直捾</a:t>
            </a:r>
            <a:r>
              <a:rPr lang="zh-TW" altLang="en-US" sz="2200" b="1" u="sng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規摠</a:t>
            </a:r>
            <a:r>
              <a:rPr lang="en-US" altLang="zh-TW" sz="2200" b="1" u="sng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9</a:t>
            </a:r>
            <a:r>
              <a:rPr lang="en-US" altLang="zh-TW" sz="2200" b="1" baseline="30000" dirty="0">
                <a:solidFill>
                  <a:srgbClr val="FF6D82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 </a:t>
            </a: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，才知我思念</a:t>
            </a:r>
            <a:br>
              <a:rPr lang="en-US" altLang="zh-TW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</a:br>
            <a:r>
              <a:rPr lang="zh-TW" altLang="en-US" sz="22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rPr>
              <a:t>故鄉的心情遐爾重。</a:t>
            </a:r>
          </a:p>
        </p:txBody>
      </p:sp>
      <p:grpSp>
        <p:nvGrpSpPr>
          <p:cNvPr id="5" name="註解文字09">
            <a:extLst>
              <a:ext uri="{FF2B5EF4-FFF2-40B4-BE49-F238E27FC236}">
                <a16:creationId xmlns:a16="http://schemas.microsoft.com/office/drawing/2014/main" id="{4BBE9B2B-8E3F-444F-8CB1-0AC49D710E4C}"/>
              </a:ext>
            </a:extLst>
          </p:cNvPr>
          <p:cNvGrpSpPr/>
          <p:nvPr/>
        </p:nvGrpSpPr>
        <p:grpSpPr>
          <a:xfrm>
            <a:off x="27252" y="3404445"/>
            <a:ext cx="8834244" cy="2135399"/>
            <a:chOff x="28216" y="3382206"/>
            <a:chExt cx="8834244" cy="2135399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7E5AF18F-0998-4146-AD9C-EE54B39C425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16" y="3382206"/>
              <a:ext cx="8834244" cy="2135399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7E7D405A-B0D9-498D-97C9-116ECDA12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6896" y="3757471"/>
              <a:ext cx="1829036" cy="461832"/>
            </a:xfrm>
            <a:prstGeom prst="rect">
              <a:avLst/>
            </a:prstGeom>
          </p:spPr>
        </p:pic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F85F9320-FE90-4AAF-BD86-5C8CFBF942E4}"/>
                </a:ext>
              </a:extLst>
            </p:cNvPr>
            <p:cNvSpPr txBox="1"/>
            <p:nvPr/>
          </p:nvSpPr>
          <p:spPr>
            <a:xfrm>
              <a:off x="1421297" y="4200750"/>
              <a:ext cx="7336327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en-US" altLang="zh-TW" sz="2400" b="1" dirty="0" err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kui</a:t>
              </a:r>
              <a:r>
                <a:rPr lang="en-US" altLang="zh-TW" sz="24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 </a:t>
              </a:r>
              <a:r>
                <a:rPr lang="en-US" altLang="zh-TW" sz="2400" b="1" dirty="0" err="1">
                  <a:solidFill>
                    <a:srgbClr val="3D3935"/>
                  </a:solidFill>
                  <a:latin typeface="Taiwanese Serif" panose="02000503000000020003" pitchFamily="2" charset="0"/>
                  <a:ea typeface="微軟正黑體" pitchFamily="34" charset="-120"/>
                </a:rPr>
                <a:t>tsáng</a:t>
              </a:r>
              <a:endParaRPr lang="zh-TW" altLang="en-US" sz="2400" b="1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EB5FD46F-3D53-486E-9497-B6D2B4585FE3}"/>
                </a:ext>
              </a:extLst>
            </p:cNvPr>
            <p:cNvSpPr txBox="1"/>
            <p:nvPr/>
          </p:nvSpPr>
          <p:spPr>
            <a:xfrm>
              <a:off x="1421297" y="4657262"/>
              <a:ext cx="7336327" cy="5212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30000"/>
                </a:lnSpc>
                <a:spcBef>
                  <a:spcPts val="1200"/>
                </a:spcBef>
                <a:buClr>
                  <a:srgbClr val="EB9981"/>
                </a:buClr>
                <a:buFont typeface="Wingdings" panose="05000000000000000000" pitchFamily="2" charset="2"/>
                <a:buChar char="l"/>
              </a:pPr>
              <a:r>
                <a:rPr lang="zh-TW" altLang="en-US" sz="2400" b="1" dirty="0">
                  <a:solidFill>
                    <a:srgbClr val="3D3935"/>
                  </a:solidFill>
                  <a:latin typeface="Taiwanese Serif" panose="02000503000000020003" pitchFamily="2" charset="0"/>
                  <a:ea typeface="台灣楷體" panose="02010604000101010101" pitchFamily="2" charset="-120"/>
                </a:rPr>
                <a:t>一整捆。</a:t>
              </a:r>
            </a:p>
          </p:txBody>
        </p:sp>
      </p:grpSp>
      <p:grpSp>
        <p:nvGrpSpPr>
          <p:cNvPr id="10" name="翻譯文字">
            <a:extLst>
              <a:ext uri="{FF2B5EF4-FFF2-40B4-BE49-F238E27FC236}">
                <a16:creationId xmlns:a16="http://schemas.microsoft.com/office/drawing/2014/main" id="{EC562B11-FBBE-41DE-91CC-EB03F3DD1BE3}"/>
              </a:ext>
            </a:extLst>
          </p:cNvPr>
          <p:cNvGrpSpPr/>
          <p:nvPr/>
        </p:nvGrpSpPr>
        <p:grpSpPr>
          <a:xfrm>
            <a:off x="9221661" y="3379731"/>
            <a:ext cx="8834244" cy="2135399"/>
            <a:chOff x="9220638" y="3382206"/>
            <a:chExt cx="8834244" cy="2135399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003666B8-5585-4075-8272-199464C3A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20638" y="3382206"/>
              <a:ext cx="8834244" cy="2135399"/>
            </a:xfrm>
            <a:prstGeom prst="rect">
              <a:avLst/>
            </a:prstGeom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F63DC80D-0122-4350-A12C-D718FDE6A66E}"/>
                </a:ext>
              </a:extLst>
            </p:cNvPr>
            <p:cNvSpPr txBox="1"/>
            <p:nvPr/>
          </p:nvSpPr>
          <p:spPr>
            <a:xfrm>
              <a:off x="10023722" y="3560569"/>
              <a:ext cx="7990072" cy="1806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30000"/>
                </a:lnSpc>
                <a:spcBef>
                  <a:spcPts val="1200"/>
                </a:spcBef>
              </a:pP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這就是正統用水煮的好料南部粽。二姊寄來就是這味道，</a:t>
              </a:r>
              <a:br>
                <a:rPr lang="en-US" altLang="zh-TW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與北部用粽葉包油飯炊的方式不同。吃著南部粽，才知道</a:t>
              </a:r>
              <a:br>
                <a:rPr lang="en-US" altLang="zh-TW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我們姊妹的感情綁得比粽子還要緊，也才知我思念故鄉的</a:t>
              </a:r>
              <a:br>
                <a:rPr lang="en-US" altLang="zh-TW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</a:br>
              <a:r>
                <a:rPr lang="zh-TW" altLang="en-US" sz="2200" b="1" dirty="0">
                  <a:solidFill>
                    <a:srgbClr val="3D3935"/>
                  </a:solidFill>
                  <a:latin typeface="台灣楷體" panose="02010604000101010101" pitchFamily="2" charset="-120"/>
                  <a:ea typeface="台灣楷體" panose="02010604000101010101" pitchFamily="2" charset="-120"/>
                </a:rPr>
                <a:t>心情這麼沉重。</a:t>
              </a:r>
              <a:endParaRPr lang="zh-TW" altLang="en-US" sz="2200" b="1" u="sng" dirty="0">
                <a:solidFill>
                  <a:srgbClr val="3D3935"/>
                </a:solidFill>
                <a:latin typeface="台灣楷體" panose="02010604000101010101" pitchFamily="2" charset="-120"/>
                <a:ea typeface="台灣楷體" panose="02010604000101010101" pitchFamily="2" charset="-120"/>
              </a:endParaRPr>
            </a:p>
          </p:txBody>
        </p:sp>
      </p:grpSp>
      <p:pic>
        <p:nvPicPr>
          <p:cNvPr id="13" name="翻譯按鈕">
            <a:extLst>
              <a:ext uri="{FF2B5EF4-FFF2-40B4-BE49-F238E27FC236}">
                <a16:creationId xmlns:a16="http://schemas.microsoft.com/office/drawing/2014/main" id="{73C63085-B670-496B-9BA2-A1B3D623070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907" y="257566"/>
            <a:ext cx="567001" cy="567001"/>
          </a:xfrm>
          <a:prstGeom prst="rect">
            <a:avLst/>
          </a:prstGeom>
        </p:spPr>
      </p:pic>
      <p:sp>
        <p:nvSpPr>
          <p:cNvPr id="14" name="註解點選框-09">
            <a:extLst>
              <a:ext uri="{FF2B5EF4-FFF2-40B4-BE49-F238E27FC236}">
                <a16:creationId xmlns:a16="http://schemas.microsoft.com/office/drawing/2014/main" id="{C0371645-37F8-4EC8-AC07-97B8D82330A8}"/>
              </a:ext>
            </a:extLst>
          </p:cNvPr>
          <p:cNvSpPr/>
          <p:nvPr/>
        </p:nvSpPr>
        <p:spPr>
          <a:xfrm>
            <a:off x="5193167" y="2142206"/>
            <a:ext cx="996618" cy="42962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15" name="頁碼">
            <a:extLst>
              <a:ext uri="{FF2B5EF4-FFF2-40B4-BE49-F238E27FC236}">
                <a16:creationId xmlns:a16="http://schemas.microsoft.com/office/drawing/2014/main" id="{673FFC21-C355-42C9-81CB-1012EB31BE47}"/>
              </a:ext>
            </a:extLst>
          </p:cNvPr>
          <p:cNvGrpSpPr/>
          <p:nvPr/>
        </p:nvGrpSpPr>
        <p:grpSpPr>
          <a:xfrm>
            <a:off x="8478589" y="5509306"/>
            <a:ext cx="423940" cy="215444"/>
            <a:chOff x="8478589" y="5509306"/>
            <a:chExt cx="423940" cy="215444"/>
          </a:xfrm>
        </p:grpSpPr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DD296F28-2530-4D8B-9160-17B15CE23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B0DF01D-8C01-4621-8BF4-3B8E1BA926B7}"/>
                </a:ext>
              </a:extLst>
            </p:cNvPr>
            <p:cNvSpPr txBox="1"/>
            <p:nvPr/>
          </p:nvSpPr>
          <p:spPr>
            <a:xfrm>
              <a:off x="8478589" y="5509306"/>
              <a:ext cx="42394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 dirty="0">
                  <a:solidFill>
                    <a:schemeClr val="bg1"/>
                  </a:solidFill>
                  <a:latin typeface="微軟正黑體" pitchFamily="34" charset="-120"/>
                  <a:ea typeface="微軟正黑體" pitchFamily="34" charset="-120"/>
                </a:rPr>
                <a:t>058</a:t>
              </a:r>
              <a:endParaRPr lang="zh-TW" altLang="en-US" sz="800" b="1" dirty="0">
                <a:solidFill>
                  <a:schemeClr val="bg1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18" name="圖片 17">
            <a:hlinkClick r:id="rId13" action="ppaction://hlinksldjump"/>
            <a:extLst>
              <a:ext uri="{FF2B5EF4-FFF2-40B4-BE49-F238E27FC236}">
                <a16:creationId xmlns:a16="http://schemas.microsoft.com/office/drawing/2014/main" id="{3185962E-1706-4B9C-AE79-AE343730107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1954830"/>
            <a:ext cx="233202" cy="1257462"/>
          </a:xfrm>
          <a:prstGeom prst="rect">
            <a:avLst/>
          </a:prstGeom>
        </p:spPr>
      </p:pic>
      <p:pic>
        <p:nvPicPr>
          <p:cNvPr id="19" name="圖片 18">
            <a:hlinkClick r:id="rId15" action="ppaction://hlinksldjump"/>
            <a:extLst>
              <a:ext uri="{FF2B5EF4-FFF2-40B4-BE49-F238E27FC236}">
                <a16:creationId xmlns:a16="http://schemas.microsoft.com/office/drawing/2014/main" id="{B29D3140-E9B5-4116-9970-4257A46BE2F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6F189B3E-34B8-485C-BEFE-4871A2375593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805" y="161579"/>
            <a:ext cx="4435412" cy="868792"/>
          </a:xfrm>
          <a:prstGeom prst="rect">
            <a:avLst/>
          </a:prstGeom>
        </p:spPr>
      </p:pic>
      <p:pic>
        <p:nvPicPr>
          <p:cNvPr id="23" name="004P059未食五日節-07(00_27)">
            <a:hlinkClick r:id="" action="ppaction://media"/>
            <a:extLst>
              <a:ext uri="{FF2B5EF4-FFF2-40B4-BE49-F238E27FC236}">
                <a16:creationId xmlns:a16="http://schemas.microsoft.com/office/drawing/2014/main" id="{461F9FF0-377A-4D8C-AECF-DEAE0E3F8E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779" y="257566"/>
            <a:ext cx="567001" cy="567001"/>
          </a:xfrm>
          <a:prstGeom prst="rect">
            <a:avLst/>
          </a:prstGeom>
        </p:spPr>
      </p:pic>
      <p:pic>
        <p:nvPicPr>
          <p:cNvPr id="24" name="004P059註解-09規摠(00_01)">
            <a:hlinkClick r:id="" action="ppaction://media"/>
            <a:extLst>
              <a:ext uri="{FF2B5EF4-FFF2-40B4-BE49-F238E27FC236}">
                <a16:creationId xmlns:a16="http://schemas.microsoft.com/office/drawing/2014/main" id="{572AB2EC-2216-4525-A745-D897689CC1B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144" y="3284312"/>
            <a:ext cx="448114" cy="32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42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47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61261E-6 L -1.00382 4.61261E-6 " pathEditMode="relative" rAng="0" ptsTypes="AA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91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64" dur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audio>
              <p:cMediaNode vol="80000">
                <p:cTn id="6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  <p:audio>
              <p:cMediaNode vol="80000">
                <p:cTn id="6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1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7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677EAE49-8401-49AF-BC72-738CE05DDA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8"/>
          </a:xfrm>
          <a:prstGeom prst="rect">
            <a:avLst/>
          </a:prstGeom>
        </p:spPr>
      </p:pic>
      <p:sp>
        <p:nvSpPr>
          <p:cNvPr id="3" name="矩形: 圓角 04">
            <a:extLst>
              <a:ext uri="{FF2B5EF4-FFF2-40B4-BE49-F238E27FC236}">
                <a16:creationId xmlns:a16="http://schemas.microsoft.com/office/drawing/2014/main" id="{61538232-614B-453D-92FC-7C5162F4E35C}"/>
              </a:ext>
            </a:extLst>
          </p:cNvPr>
          <p:cNvSpPr/>
          <p:nvPr/>
        </p:nvSpPr>
        <p:spPr>
          <a:xfrm>
            <a:off x="120015" y="1502848"/>
            <a:ext cx="8903970" cy="720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  <a:gs pos="80000">
                <a:srgbClr val="E7E1C7">
                  <a:alpha val="50000"/>
                </a:srgbClr>
              </a:gs>
              <a:gs pos="20000">
                <a:srgbClr val="E7E1C7">
                  <a:alpha val="5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B0A1DEBC-EC0A-4852-BA19-58FCABAD1DD2}"/>
              </a:ext>
            </a:extLst>
          </p:cNvPr>
          <p:cNvCxnSpPr/>
          <p:nvPr/>
        </p:nvCxnSpPr>
        <p:spPr>
          <a:xfrm>
            <a:off x="303868" y="2209401"/>
            <a:ext cx="8392088" cy="0"/>
          </a:xfrm>
          <a:prstGeom prst="line">
            <a:avLst/>
          </a:prstGeom>
          <a:ln>
            <a:solidFill>
              <a:srgbClr val="CABD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圓角 05">
            <a:extLst>
              <a:ext uri="{FF2B5EF4-FFF2-40B4-BE49-F238E27FC236}">
                <a16:creationId xmlns:a16="http://schemas.microsoft.com/office/drawing/2014/main" id="{B2B6235A-A77B-455F-AB3E-44C2953CE81F}"/>
              </a:ext>
            </a:extLst>
          </p:cNvPr>
          <p:cNvSpPr/>
          <p:nvPr/>
        </p:nvSpPr>
        <p:spPr>
          <a:xfrm>
            <a:off x="120015" y="2391456"/>
            <a:ext cx="8903970" cy="900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  <a:gs pos="80000">
                <a:srgbClr val="E7E1C7">
                  <a:alpha val="50000"/>
                </a:srgbClr>
              </a:gs>
              <a:gs pos="20000">
                <a:srgbClr val="E7E1C7">
                  <a:alpha val="5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FA90ED63-D866-4231-B3A0-3812F3F77E90}"/>
              </a:ext>
            </a:extLst>
          </p:cNvPr>
          <p:cNvCxnSpPr/>
          <p:nvPr/>
        </p:nvCxnSpPr>
        <p:spPr>
          <a:xfrm>
            <a:off x="303868" y="3291456"/>
            <a:ext cx="8392088" cy="0"/>
          </a:xfrm>
          <a:prstGeom prst="line">
            <a:avLst/>
          </a:prstGeom>
          <a:ln>
            <a:solidFill>
              <a:srgbClr val="CABD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: 圓角 06">
            <a:extLst>
              <a:ext uri="{FF2B5EF4-FFF2-40B4-BE49-F238E27FC236}">
                <a16:creationId xmlns:a16="http://schemas.microsoft.com/office/drawing/2014/main" id="{01C096B0-F9C2-4292-95E1-B17CCE6E5427}"/>
              </a:ext>
            </a:extLst>
          </p:cNvPr>
          <p:cNvSpPr/>
          <p:nvPr/>
        </p:nvSpPr>
        <p:spPr>
          <a:xfrm>
            <a:off x="120015" y="3477965"/>
            <a:ext cx="8903970" cy="1385851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  <a:gs pos="80000">
                <a:srgbClr val="E7E1C7">
                  <a:alpha val="50000"/>
                </a:srgbClr>
              </a:gs>
              <a:gs pos="20000">
                <a:srgbClr val="E7E1C7">
                  <a:alpha val="5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213E8B78-9926-4297-B97F-F2615AE3BC63}"/>
              </a:ext>
            </a:extLst>
          </p:cNvPr>
          <p:cNvCxnSpPr/>
          <p:nvPr/>
        </p:nvCxnSpPr>
        <p:spPr>
          <a:xfrm>
            <a:off x="303868" y="4858971"/>
            <a:ext cx="8392088" cy="0"/>
          </a:xfrm>
          <a:prstGeom prst="line">
            <a:avLst/>
          </a:prstGeom>
          <a:ln>
            <a:solidFill>
              <a:srgbClr val="CABD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拼音-04">
            <a:extLst>
              <a:ext uri="{FF2B5EF4-FFF2-40B4-BE49-F238E27FC236}">
                <a16:creationId xmlns:a16="http://schemas.microsoft.com/office/drawing/2014/main" id="{C5373C5C-6311-4E7B-B8A9-B27344014246}"/>
              </a:ext>
            </a:extLst>
          </p:cNvPr>
          <p:cNvSpPr txBox="1"/>
          <p:nvPr/>
        </p:nvSpPr>
        <p:spPr>
          <a:xfrm>
            <a:off x="2323932" y="1602200"/>
            <a:ext cx="2554372" cy="485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buClr>
                <a:srgbClr val="FC8D89"/>
              </a:buClr>
            </a:pPr>
            <a:r>
              <a:rPr lang="en-US" altLang="zh-TW" sz="2200" b="1" dirty="0" err="1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  <a:t>puànn-tsiann-puî</a:t>
            </a:r>
            <a:endParaRPr lang="zh-TW" altLang="en-US" sz="2200" b="1" dirty="0">
              <a:solidFill>
                <a:srgbClr val="3D3935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sp>
        <p:nvSpPr>
          <p:cNvPr id="4" name="解說-04">
            <a:extLst>
              <a:ext uri="{FF2B5EF4-FFF2-40B4-BE49-F238E27FC236}">
                <a16:creationId xmlns:a16="http://schemas.microsoft.com/office/drawing/2014/main" id="{98C3965F-B1CA-492D-955C-3BA5EB295BF2}"/>
              </a:ext>
            </a:extLst>
          </p:cNvPr>
          <p:cNvSpPr txBox="1"/>
          <p:nvPr/>
        </p:nvSpPr>
        <p:spPr>
          <a:xfrm>
            <a:off x="4913078" y="1632785"/>
            <a:ext cx="2937155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zh-TW" altLang="en-US" sz="21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半肥半瘦。</a:t>
            </a:r>
          </a:p>
        </p:txBody>
      </p:sp>
      <p:sp>
        <p:nvSpPr>
          <p:cNvPr id="33" name="拼音-05">
            <a:extLst>
              <a:ext uri="{FF2B5EF4-FFF2-40B4-BE49-F238E27FC236}">
                <a16:creationId xmlns:a16="http://schemas.microsoft.com/office/drawing/2014/main" id="{6A0915BD-9307-45A5-A4E7-25DFC1FCA72F}"/>
              </a:ext>
            </a:extLst>
          </p:cNvPr>
          <p:cNvSpPr txBox="1"/>
          <p:nvPr/>
        </p:nvSpPr>
        <p:spPr>
          <a:xfrm>
            <a:off x="2323932" y="2580808"/>
            <a:ext cx="2554372" cy="485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buClr>
                <a:srgbClr val="FC8D89"/>
              </a:buClr>
            </a:pPr>
            <a:r>
              <a:rPr lang="en-US" altLang="zh-TW" sz="2200" b="1" dirty="0" err="1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  <a:t>khiàn-phang</a:t>
            </a:r>
            <a:endParaRPr lang="zh-TW" altLang="en-US" sz="2200" b="1" dirty="0">
              <a:solidFill>
                <a:srgbClr val="3D3935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sp>
        <p:nvSpPr>
          <p:cNvPr id="35" name="解說-05">
            <a:extLst>
              <a:ext uri="{FF2B5EF4-FFF2-40B4-BE49-F238E27FC236}">
                <a16:creationId xmlns:a16="http://schemas.microsoft.com/office/drawing/2014/main" id="{E4F488DE-504C-4A43-8B03-E04A5FFB93E6}"/>
              </a:ext>
            </a:extLst>
          </p:cNvPr>
          <p:cNvSpPr txBox="1"/>
          <p:nvPr/>
        </p:nvSpPr>
        <p:spPr>
          <a:xfrm>
            <a:off x="4913078" y="2408261"/>
            <a:ext cx="2937155" cy="831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zh-TW" altLang="en-US" sz="21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烹飪時把蔥蒜等香料</a:t>
            </a:r>
            <a:br>
              <a:rPr lang="en-US" altLang="zh-TW" sz="21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</a:br>
            <a:r>
              <a:rPr lang="zh-TW" altLang="en-US" sz="21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爆香以引出香味。</a:t>
            </a:r>
          </a:p>
        </p:txBody>
      </p:sp>
      <p:sp>
        <p:nvSpPr>
          <p:cNvPr id="45" name="拼音-06">
            <a:extLst>
              <a:ext uri="{FF2B5EF4-FFF2-40B4-BE49-F238E27FC236}">
                <a16:creationId xmlns:a16="http://schemas.microsoft.com/office/drawing/2014/main" id="{B6E084C6-9CA0-4D40-B525-1C789F41D664}"/>
              </a:ext>
            </a:extLst>
          </p:cNvPr>
          <p:cNvSpPr txBox="1"/>
          <p:nvPr/>
        </p:nvSpPr>
        <p:spPr>
          <a:xfrm>
            <a:off x="2323932" y="3928131"/>
            <a:ext cx="2017361" cy="485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buClr>
                <a:srgbClr val="FC8D89"/>
              </a:buClr>
            </a:pPr>
            <a:r>
              <a:rPr lang="en-US" altLang="zh-TW" sz="2200" b="1" dirty="0" err="1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  <a:t>thiah</a:t>
            </a:r>
            <a:endParaRPr lang="zh-TW" altLang="en-US" sz="2200" b="1" dirty="0">
              <a:solidFill>
                <a:srgbClr val="3D3935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sp>
        <p:nvSpPr>
          <p:cNvPr id="46" name="解說-06">
            <a:extLst>
              <a:ext uri="{FF2B5EF4-FFF2-40B4-BE49-F238E27FC236}">
                <a16:creationId xmlns:a16="http://schemas.microsoft.com/office/drawing/2014/main" id="{18983F06-C4DF-473B-B1E0-3AF93CE7DD7E}"/>
              </a:ext>
            </a:extLst>
          </p:cNvPr>
          <p:cNvSpPr txBox="1"/>
          <p:nvPr/>
        </p:nvSpPr>
        <p:spPr>
          <a:xfrm>
            <a:off x="4343996" y="3538089"/>
            <a:ext cx="3506237" cy="1265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indent="-28800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altLang="zh-TW" sz="19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《</a:t>
            </a:r>
            <a:r>
              <a:rPr lang="zh-TW" altLang="en-US" sz="19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教育部臺灣台語常用</a:t>
            </a:r>
            <a:br>
              <a:rPr lang="en-US" altLang="zh-TW" sz="19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</a:br>
            <a:r>
              <a:rPr lang="zh-TW" altLang="en-US" sz="19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詞辭典</a:t>
            </a:r>
            <a:r>
              <a:rPr lang="en-US" altLang="zh-TW" sz="19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》</a:t>
            </a:r>
            <a:r>
              <a:rPr lang="zh-TW" altLang="en-US" sz="19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指撕開、拆開。</a:t>
            </a:r>
            <a:endParaRPr lang="en-US" altLang="zh-TW" sz="1900" b="1" dirty="0">
              <a:solidFill>
                <a:srgbClr val="3D3935"/>
              </a:solidFill>
              <a:latin typeface="Taiwanese Serif" panose="02000503000000020003" pitchFamily="2" charset="0"/>
              <a:ea typeface="台灣楷體" panose="02010604000101010101" pitchFamily="2" charset="-120"/>
            </a:endParaRPr>
          </a:p>
          <a:p>
            <a:pPr marL="288000" indent="-288000">
              <a:lnSpc>
                <a:spcPct val="12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zh-TW" altLang="en-US" sz="19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本文指「購買」的意思。</a:t>
            </a: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D9F3E3EF-1A04-4FE2-8A4B-C7B7BD942E7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351" y="819405"/>
            <a:ext cx="1893052" cy="476700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83E8E2E5-06ED-4A8F-BAD5-F063266AC8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954" y="819981"/>
            <a:ext cx="3269402" cy="475549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D5234A26-2F8C-417D-92FB-B3A3ADE9F6E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82" y="819980"/>
            <a:ext cx="1815318" cy="475549"/>
          </a:xfrm>
          <a:prstGeom prst="rect">
            <a:avLst/>
          </a:prstGeom>
        </p:spPr>
      </p:pic>
      <p:pic>
        <p:nvPicPr>
          <p:cNvPr id="63" name="圖片 62">
            <a:extLst>
              <a:ext uri="{FF2B5EF4-FFF2-40B4-BE49-F238E27FC236}">
                <a16:creationId xmlns:a16="http://schemas.microsoft.com/office/drawing/2014/main" id="{4BDC0206-4F68-4268-B81E-020995E1C75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074" y="76103"/>
            <a:ext cx="2862441" cy="553283"/>
          </a:xfrm>
          <a:prstGeom prst="rect">
            <a:avLst/>
          </a:prstGeom>
        </p:spPr>
      </p:pic>
      <p:pic>
        <p:nvPicPr>
          <p:cNvPr id="28" name="語詞-04">
            <a:extLst>
              <a:ext uri="{FF2B5EF4-FFF2-40B4-BE49-F238E27FC236}">
                <a16:creationId xmlns:a16="http://schemas.microsoft.com/office/drawing/2014/main" id="{1E2ACE9A-E8F2-487D-8639-4C262CC8FA1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70" y="1631932"/>
            <a:ext cx="1833609" cy="461831"/>
          </a:xfrm>
          <a:prstGeom prst="rect">
            <a:avLst/>
          </a:prstGeom>
        </p:spPr>
      </p:pic>
      <p:pic>
        <p:nvPicPr>
          <p:cNvPr id="37" name="語詞-05">
            <a:extLst>
              <a:ext uri="{FF2B5EF4-FFF2-40B4-BE49-F238E27FC236}">
                <a16:creationId xmlns:a16="http://schemas.microsoft.com/office/drawing/2014/main" id="{49A7A71C-D79F-44F0-9D3B-F21C4EB5F4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70" y="2610540"/>
            <a:ext cx="1833609" cy="461832"/>
          </a:xfrm>
          <a:prstGeom prst="rect">
            <a:avLst/>
          </a:prstGeom>
        </p:spPr>
      </p:pic>
      <p:pic>
        <p:nvPicPr>
          <p:cNvPr id="47" name="語詞-06">
            <a:extLst>
              <a:ext uri="{FF2B5EF4-FFF2-40B4-BE49-F238E27FC236}">
                <a16:creationId xmlns:a16="http://schemas.microsoft.com/office/drawing/2014/main" id="{BAC3DA2F-A96D-4C94-8605-B51579D5BC4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70" y="3939975"/>
            <a:ext cx="1833609" cy="461831"/>
          </a:xfrm>
          <a:prstGeom prst="rect">
            <a:avLst/>
          </a:prstGeom>
        </p:spPr>
      </p:pic>
      <p:grpSp>
        <p:nvGrpSpPr>
          <p:cNvPr id="43" name="頁碼">
            <a:extLst>
              <a:ext uri="{FF2B5EF4-FFF2-40B4-BE49-F238E27FC236}">
                <a16:creationId xmlns:a16="http://schemas.microsoft.com/office/drawing/2014/main" id="{0370AA74-FE09-40A2-8C4A-F77392170AE1}"/>
              </a:ext>
            </a:extLst>
          </p:cNvPr>
          <p:cNvGrpSpPr/>
          <p:nvPr/>
        </p:nvGrpSpPr>
        <p:grpSpPr>
          <a:xfrm>
            <a:off x="8478589" y="5495238"/>
            <a:ext cx="432209" cy="215444"/>
            <a:chOff x="8478589" y="5509306"/>
            <a:chExt cx="432209" cy="215444"/>
          </a:xfrm>
        </p:grpSpPr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70B42C00-51C0-43B4-B876-6DBE5E677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A888E0D0-D797-4059-BAFE-2A510A96BD36}"/>
                </a:ext>
              </a:extLst>
            </p:cNvPr>
            <p:cNvSpPr txBox="1"/>
            <p:nvPr/>
          </p:nvSpPr>
          <p:spPr>
            <a:xfrm>
              <a:off x="8478589" y="5509306"/>
              <a:ext cx="4322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 dirty="0">
                  <a:solidFill>
                    <a:srgbClr val="3D3935"/>
                  </a:solidFill>
                  <a:latin typeface="微軟正黑體" pitchFamily="34" charset="-120"/>
                  <a:ea typeface="微軟正黑體" pitchFamily="34" charset="-120"/>
                </a:rPr>
                <a:t>058</a:t>
              </a:r>
              <a:endParaRPr lang="zh-TW" altLang="en-US" sz="800" b="1" dirty="0">
                <a:solidFill>
                  <a:srgbClr val="3D3935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pic>
        <p:nvPicPr>
          <p:cNvPr id="38" name="圖片 37">
            <a:hlinkClick r:id="rId17" action="ppaction://hlinksldjump"/>
            <a:extLst>
              <a:ext uri="{FF2B5EF4-FFF2-40B4-BE49-F238E27FC236}">
                <a16:creationId xmlns:a16="http://schemas.microsoft.com/office/drawing/2014/main" id="{1AB8111A-7901-41B3-BFAA-CDB191228110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603" y="1670402"/>
            <a:ext cx="416106" cy="416106"/>
          </a:xfrm>
          <a:prstGeom prst="rect">
            <a:avLst/>
          </a:prstGeom>
        </p:spPr>
      </p:pic>
      <p:pic>
        <p:nvPicPr>
          <p:cNvPr id="41" name="圖片 40">
            <a:hlinkClick r:id="rId17" action="ppaction://hlinksldjump"/>
            <a:extLst>
              <a:ext uri="{FF2B5EF4-FFF2-40B4-BE49-F238E27FC236}">
                <a16:creationId xmlns:a16="http://schemas.microsoft.com/office/drawing/2014/main" id="{A86DE48D-43E8-44B4-8258-486619873823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603" y="2633403"/>
            <a:ext cx="416106" cy="416106"/>
          </a:xfrm>
          <a:prstGeom prst="rect">
            <a:avLst/>
          </a:prstGeom>
        </p:spPr>
      </p:pic>
      <p:pic>
        <p:nvPicPr>
          <p:cNvPr id="49" name="圖片 48">
            <a:hlinkClick r:id="rId17" action="ppaction://hlinksldjump"/>
            <a:extLst>
              <a:ext uri="{FF2B5EF4-FFF2-40B4-BE49-F238E27FC236}">
                <a16:creationId xmlns:a16="http://schemas.microsoft.com/office/drawing/2014/main" id="{C58612BA-B221-4FE8-88F0-79A9E066AE29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603" y="3962837"/>
            <a:ext cx="416106" cy="416106"/>
          </a:xfrm>
          <a:prstGeom prst="rect">
            <a:avLst/>
          </a:prstGeom>
        </p:spPr>
      </p:pic>
      <p:pic>
        <p:nvPicPr>
          <p:cNvPr id="111" name="圖片 110">
            <a:hlinkClick r:id="rId19" action="ppaction://hlinksldjump"/>
            <a:extLst>
              <a:ext uri="{FF2B5EF4-FFF2-40B4-BE49-F238E27FC236}">
                <a16:creationId xmlns:a16="http://schemas.microsoft.com/office/drawing/2014/main" id="{90EA9E26-ABED-4A6B-AB8B-19306AD38A0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305" y="4961277"/>
            <a:ext cx="466404" cy="461832"/>
          </a:xfrm>
          <a:prstGeom prst="rect">
            <a:avLst/>
          </a:prstGeom>
        </p:spPr>
      </p:pic>
      <p:pic>
        <p:nvPicPr>
          <p:cNvPr id="39" name="圖片 38">
            <a:extLst>
              <a:ext uri="{FF2B5EF4-FFF2-40B4-BE49-F238E27FC236}">
                <a16:creationId xmlns:a16="http://schemas.microsoft.com/office/drawing/2014/main" id="{9444E3C6-2302-4FC4-96EC-81E5767C7C52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498" y="1952540"/>
            <a:ext cx="227800" cy="1232803"/>
          </a:xfrm>
          <a:prstGeom prst="rect">
            <a:avLst/>
          </a:prstGeom>
        </p:spPr>
      </p:pic>
      <p:pic>
        <p:nvPicPr>
          <p:cNvPr id="48" name="圖片 47">
            <a:hlinkClick r:id="rId22" action="ppaction://hlinksldjump"/>
            <a:extLst>
              <a:ext uri="{FF2B5EF4-FFF2-40B4-BE49-F238E27FC236}">
                <a16:creationId xmlns:a16="http://schemas.microsoft.com/office/drawing/2014/main" id="{5A2476A0-1436-4F24-883F-340D4DC86D7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10" name="004P058註解-04半精肥(00_01)">
            <a:hlinkClick r:id="" action="ppaction://media"/>
            <a:extLst>
              <a:ext uri="{FF2B5EF4-FFF2-40B4-BE49-F238E27FC236}">
                <a16:creationId xmlns:a16="http://schemas.microsoft.com/office/drawing/2014/main" id="{854009D3-B586-4FB1-AEC9-2EB8930733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830" y="1669602"/>
            <a:ext cx="417706" cy="417706"/>
          </a:xfrm>
          <a:prstGeom prst="rect">
            <a:avLst/>
          </a:prstGeom>
        </p:spPr>
      </p:pic>
      <p:pic>
        <p:nvPicPr>
          <p:cNvPr id="11" name="004P058註解-05芡芳(00_01)">
            <a:hlinkClick r:id="" action="ppaction://media"/>
            <a:extLst>
              <a:ext uri="{FF2B5EF4-FFF2-40B4-BE49-F238E27FC236}">
                <a16:creationId xmlns:a16="http://schemas.microsoft.com/office/drawing/2014/main" id="{EA58587B-E7C9-47DA-B70A-ACA79801EFE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830" y="2632550"/>
            <a:ext cx="417706" cy="417706"/>
          </a:xfrm>
          <a:prstGeom prst="rect">
            <a:avLst/>
          </a:prstGeom>
        </p:spPr>
      </p:pic>
      <p:pic>
        <p:nvPicPr>
          <p:cNvPr id="12" name="004P058註解-06拆(00_01)">
            <a:hlinkClick r:id="" action="ppaction://media"/>
            <a:extLst>
              <a:ext uri="{FF2B5EF4-FFF2-40B4-BE49-F238E27FC236}">
                <a16:creationId xmlns:a16="http://schemas.microsoft.com/office/drawing/2014/main" id="{5A338216-85C5-404B-B52E-0D9E877B0A7F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830" y="3961984"/>
            <a:ext cx="417706" cy="41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257679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audio>
              <p:cMediaNode vol="8000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 vol="8000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8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3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8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31" grpId="0" animBg="1"/>
      <p:bldP spid="31" grpId="1" animBg="1"/>
      <p:bldP spid="31" grpId="2" animBg="1"/>
      <p:bldP spid="31" grpId="3" animBg="1"/>
      <p:bldP spid="44" grpId="0" animBg="1"/>
      <p:bldP spid="44" grpId="1" animBg="1"/>
      <p:bldP spid="44" grpId="2" animBg="1"/>
      <p:bldP spid="44" grpId="3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圖片 51">
            <a:extLst>
              <a:ext uri="{FF2B5EF4-FFF2-40B4-BE49-F238E27FC236}">
                <a16:creationId xmlns:a16="http://schemas.microsoft.com/office/drawing/2014/main" id="{EECDB7BB-C313-4B66-B693-7469862690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30"/>
            <a:ext cx="9144000" cy="5718048"/>
          </a:xfrm>
          <a:prstGeom prst="rect">
            <a:avLst/>
          </a:prstGeom>
        </p:spPr>
      </p:pic>
      <p:sp>
        <p:nvSpPr>
          <p:cNvPr id="27" name="矩形: 圓角 08">
            <a:extLst>
              <a:ext uri="{FF2B5EF4-FFF2-40B4-BE49-F238E27FC236}">
                <a16:creationId xmlns:a16="http://schemas.microsoft.com/office/drawing/2014/main" id="{74790332-08D7-4D9B-A96F-6287990B1C76}"/>
              </a:ext>
            </a:extLst>
          </p:cNvPr>
          <p:cNvSpPr/>
          <p:nvPr/>
        </p:nvSpPr>
        <p:spPr>
          <a:xfrm>
            <a:off x="120015" y="3135753"/>
            <a:ext cx="8903970" cy="936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  <a:gs pos="80000">
                <a:srgbClr val="E7E1C7">
                  <a:alpha val="50000"/>
                </a:srgbClr>
              </a:gs>
              <a:gs pos="20000">
                <a:srgbClr val="E7E1C7">
                  <a:alpha val="5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3" name="矩形: 圓角 07">
            <a:extLst>
              <a:ext uri="{FF2B5EF4-FFF2-40B4-BE49-F238E27FC236}">
                <a16:creationId xmlns:a16="http://schemas.microsoft.com/office/drawing/2014/main" id="{F0926B52-7488-4AB7-84BD-DA4039D9F0A2}"/>
              </a:ext>
            </a:extLst>
          </p:cNvPr>
          <p:cNvSpPr/>
          <p:nvPr/>
        </p:nvSpPr>
        <p:spPr>
          <a:xfrm>
            <a:off x="120015" y="1452094"/>
            <a:ext cx="8903970" cy="156320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  <a:gs pos="80000">
                <a:srgbClr val="E7E1C7">
                  <a:alpha val="50000"/>
                </a:srgbClr>
              </a:gs>
              <a:gs pos="20000">
                <a:srgbClr val="E7E1C7">
                  <a:alpha val="5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F242D6CB-7FC9-47A0-A023-337A860CC116}"/>
              </a:ext>
            </a:extLst>
          </p:cNvPr>
          <p:cNvCxnSpPr/>
          <p:nvPr/>
        </p:nvCxnSpPr>
        <p:spPr>
          <a:xfrm>
            <a:off x="303868" y="3015876"/>
            <a:ext cx="8392088" cy="0"/>
          </a:xfrm>
          <a:prstGeom prst="line">
            <a:avLst/>
          </a:prstGeom>
          <a:ln>
            <a:solidFill>
              <a:srgbClr val="CABD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拼音-07">
            <a:extLst>
              <a:ext uri="{FF2B5EF4-FFF2-40B4-BE49-F238E27FC236}">
                <a16:creationId xmlns:a16="http://schemas.microsoft.com/office/drawing/2014/main" id="{32ED57E6-E472-40E6-AAF7-1E2300FEA07F}"/>
              </a:ext>
            </a:extLst>
          </p:cNvPr>
          <p:cNvSpPr txBox="1"/>
          <p:nvPr/>
        </p:nvSpPr>
        <p:spPr>
          <a:xfrm>
            <a:off x="2585563" y="1972439"/>
            <a:ext cx="2129616" cy="522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buClr>
                <a:srgbClr val="FC8D89"/>
              </a:buClr>
            </a:pPr>
            <a:r>
              <a:rPr lang="en-US" altLang="zh-TW" sz="2400" b="1" dirty="0" err="1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  <a:t>ngóo-hiang</a:t>
            </a:r>
            <a:endParaRPr lang="zh-TW" altLang="en-US" sz="2400" b="1" dirty="0">
              <a:solidFill>
                <a:srgbClr val="3D3935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sp>
        <p:nvSpPr>
          <p:cNvPr id="40" name="解說-07">
            <a:extLst>
              <a:ext uri="{FF2B5EF4-FFF2-40B4-BE49-F238E27FC236}">
                <a16:creationId xmlns:a16="http://schemas.microsoft.com/office/drawing/2014/main" id="{C79AFEEB-416E-41B5-8E0E-79F966E103CA}"/>
              </a:ext>
            </a:extLst>
          </p:cNvPr>
          <p:cNvSpPr txBox="1"/>
          <p:nvPr/>
        </p:nvSpPr>
        <p:spPr>
          <a:xfrm>
            <a:off x="4715179" y="1463746"/>
            <a:ext cx="3136803" cy="1534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zh-TW" altLang="en-US" sz="20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指茴香、花椒、八角、</a:t>
            </a:r>
            <a:br>
              <a:rPr lang="en-US" altLang="zh-TW" sz="20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</a:br>
            <a:r>
              <a:rPr lang="zh-TW" altLang="en-US" sz="20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桂皮、丁香五種香料，</a:t>
            </a:r>
            <a:br>
              <a:rPr lang="en-US" altLang="zh-TW" sz="20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</a:br>
            <a:r>
              <a:rPr lang="zh-TW" altLang="en-US" sz="20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是烹調食物時所添加的</a:t>
            </a:r>
            <a:br>
              <a:rPr lang="en-US" altLang="zh-TW" sz="20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</a:br>
            <a:r>
              <a:rPr lang="zh-TW" altLang="en-US" sz="20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佐料。</a:t>
            </a:r>
          </a:p>
        </p:txBody>
      </p:sp>
      <p:pic>
        <p:nvPicPr>
          <p:cNvPr id="43" name="語詞-07">
            <a:extLst>
              <a:ext uri="{FF2B5EF4-FFF2-40B4-BE49-F238E27FC236}">
                <a16:creationId xmlns:a16="http://schemas.microsoft.com/office/drawing/2014/main" id="{7EBE498A-1BB7-4273-82B7-DD76BC7AB9D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70" y="2000494"/>
            <a:ext cx="1829036" cy="466404"/>
          </a:xfrm>
          <a:prstGeom prst="rect">
            <a:avLst/>
          </a:prstGeom>
        </p:spPr>
      </p:pic>
      <p:pic>
        <p:nvPicPr>
          <p:cNvPr id="46" name="圖片 45">
            <a:hlinkClick r:id="rId10" action="ppaction://hlinksldjump"/>
            <a:extLst>
              <a:ext uri="{FF2B5EF4-FFF2-40B4-BE49-F238E27FC236}">
                <a16:creationId xmlns:a16="http://schemas.microsoft.com/office/drawing/2014/main" id="{E0C0C088-72F4-41E1-97E9-2FEB99D9EB8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603" y="2025643"/>
            <a:ext cx="416106" cy="416106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2B72619B-4F0F-4B74-96A4-5247B72F81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074" y="76103"/>
            <a:ext cx="2862441" cy="553283"/>
          </a:xfrm>
          <a:prstGeom prst="rect">
            <a:avLst/>
          </a:prstGeom>
        </p:spPr>
      </p:pic>
      <p:grpSp>
        <p:nvGrpSpPr>
          <p:cNvPr id="64" name="頁碼">
            <a:extLst>
              <a:ext uri="{FF2B5EF4-FFF2-40B4-BE49-F238E27FC236}">
                <a16:creationId xmlns:a16="http://schemas.microsoft.com/office/drawing/2014/main" id="{03575048-C179-4CE8-AEFC-3D03E5A66909}"/>
              </a:ext>
            </a:extLst>
          </p:cNvPr>
          <p:cNvGrpSpPr/>
          <p:nvPr/>
        </p:nvGrpSpPr>
        <p:grpSpPr>
          <a:xfrm>
            <a:off x="8478589" y="5509306"/>
            <a:ext cx="432209" cy="215444"/>
            <a:chOff x="8478589" y="5509306"/>
            <a:chExt cx="432209" cy="215444"/>
          </a:xfrm>
        </p:grpSpPr>
        <p:pic>
          <p:nvPicPr>
            <p:cNvPr id="65" name="圖片 64">
              <a:extLst>
                <a:ext uri="{FF2B5EF4-FFF2-40B4-BE49-F238E27FC236}">
                  <a16:creationId xmlns:a16="http://schemas.microsoft.com/office/drawing/2014/main" id="{B1644D71-003B-48C8-8692-CE7DF6F6D0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94062" y="5510830"/>
              <a:ext cx="408467" cy="204233"/>
            </a:xfrm>
            <a:prstGeom prst="rect">
              <a:avLst/>
            </a:prstGeom>
          </p:spPr>
        </p:pic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E987E939-3CED-401D-BB74-26D962FB5ADC}"/>
                </a:ext>
              </a:extLst>
            </p:cNvPr>
            <p:cNvSpPr txBox="1"/>
            <p:nvPr/>
          </p:nvSpPr>
          <p:spPr>
            <a:xfrm>
              <a:off x="8478589" y="5509306"/>
              <a:ext cx="43220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800" b="1" dirty="0">
                  <a:solidFill>
                    <a:srgbClr val="3D3935"/>
                  </a:solidFill>
                  <a:latin typeface="微軟正黑體" pitchFamily="34" charset="-120"/>
                  <a:ea typeface="微軟正黑體" pitchFamily="34" charset="-120"/>
                </a:rPr>
                <a:t>059</a:t>
              </a:r>
              <a:endParaRPr lang="zh-TW" altLang="en-US" sz="800" b="1" dirty="0">
                <a:solidFill>
                  <a:srgbClr val="3D3935"/>
                </a:solidFill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1B7C9898-FFEE-43B5-AE2F-B5B50F90684F}"/>
              </a:ext>
            </a:extLst>
          </p:cNvPr>
          <p:cNvCxnSpPr/>
          <p:nvPr/>
        </p:nvCxnSpPr>
        <p:spPr>
          <a:xfrm>
            <a:off x="303868" y="4071753"/>
            <a:ext cx="8392088" cy="0"/>
          </a:xfrm>
          <a:prstGeom prst="line">
            <a:avLst/>
          </a:prstGeom>
          <a:ln>
            <a:solidFill>
              <a:srgbClr val="CABD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圓角 09">
            <a:extLst>
              <a:ext uri="{FF2B5EF4-FFF2-40B4-BE49-F238E27FC236}">
                <a16:creationId xmlns:a16="http://schemas.microsoft.com/office/drawing/2014/main" id="{DE9B7E84-C560-4E9F-A67C-D315B312928C}"/>
              </a:ext>
            </a:extLst>
          </p:cNvPr>
          <p:cNvSpPr/>
          <p:nvPr/>
        </p:nvSpPr>
        <p:spPr>
          <a:xfrm>
            <a:off x="120015" y="4210491"/>
            <a:ext cx="8903970" cy="7200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0"/>
                </a:schemeClr>
              </a:gs>
              <a:gs pos="80000">
                <a:srgbClr val="E7E1C7">
                  <a:alpha val="50000"/>
                </a:srgbClr>
              </a:gs>
              <a:gs pos="20000">
                <a:srgbClr val="E7E1C7">
                  <a:alpha val="5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FAF6DF70-C477-47AB-B9C5-B419598E1CB2}"/>
              </a:ext>
            </a:extLst>
          </p:cNvPr>
          <p:cNvCxnSpPr/>
          <p:nvPr/>
        </p:nvCxnSpPr>
        <p:spPr>
          <a:xfrm>
            <a:off x="303868" y="4930471"/>
            <a:ext cx="8392088" cy="0"/>
          </a:xfrm>
          <a:prstGeom prst="line">
            <a:avLst/>
          </a:prstGeom>
          <a:ln>
            <a:solidFill>
              <a:srgbClr val="CABD8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拼音-08">
            <a:extLst>
              <a:ext uri="{FF2B5EF4-FFF2-40B4-BE49-F238E27FC236}">
                <a16:creationId xmlns:a16="http://schemas.microsoft.com/office/drawing/2014/main" id="{046E84AC-0A3B-473F-8632-AC5FC4D1B4B2}"/>
              </a:ext>
            </a:extLst>
          </p:cNvPr>
          <p:cNvSpPr txBox="1"/>
          <p:nvPr/>
        </p:nvSpPr>
        <p:spPr>
          <a:xfrm>
            <a:off x="2585563" y="3049251"/>
            <a:ext cx="2032986" cy="936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  <a:buClr>
                <a:srgbClr val="FC8D89"/>
              </a:buClr>
            </a:pPr>
            <a:r>
              <a:rPr lang="en-US" altLang="zh-TW" sz="2400" b="1" dirty="0" err="1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  <a:t>sǹg-bē-hô</a:t>
            </a:r>
            <a:r>
              <a:rPr lang="en-US" altLang="zh-TW" sz="2400" b="1" dirty="0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  <a:t> / </a:t>
            </a:r>
            <a:br>
              <a:rPr lang="en-US" altLang="zh-TW" sz="2400" b="1" dirty="0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</a:br>
            <a:r>
              <a:rPr lang="en-US" altLang="zh-TW" sz="2400" b="1" dirty="0" err="1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  <a:t>sǹg-buē-hô</a:t>
            </a:r>
            <a:endParaRPr lang="zh-TW" altLang="en-US" sz="2400" b="1" dirty="0">
              <a:solidFill>
                <a:srgbClr val="3D3935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sp>
        <p:nvSpPr>
          <p:cNvPr id="36" name="解說-08">
            <a:extLst>
              <a:ext uri="{FF2B5EF4-FFF2-40B4-BE49-F238E27FC236}">
                <a16:creationId xmlns:a16="http://schemas.microsoft.com/office/drawing/2014/main" id="{C689EBC9-6CB4-4B31-BE79-0033C6062DF3}"/>
              </a:ext>
            </a:extLst>
          </p:cNvPr>
          <p:cNvSpPr txBox="1"/>
          <p:nvPr/>
        </p:nvSpPr>
        <p:spPr>
          <a:xfrm>
            <a:off x="5456738" y="3373690"/>
            <a:ext cx="2446549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zh-TW" altLang="en-US" sz="22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划不來。</a:t>
            </a:r>
          </a:p>
        </p:txBody>
      </p:sp>
      <p:sp>
        <p:nvSpPr>
          <p:cNvPr id="37" name="拼音-09">
            <a:extLst>
              <a:ext uri="{FF2B5EF4-FFF2-40B4-BE49-F238E27FC236}">
                <a16:creationId xmlns:a16="http://schemas.microsoft.com/office/drawing/2014/main" id="{30EFDBCE-F9E3-4A7F-8262-12C47D248DDE}"/>
              </a:ext>
            </a:extLst>
          </p:cNvPr>
          <p:cNvSpPr txBox="1"/>
          <p:nvPr/>
        </p:nvSpPr>
        <p:spPr>
          <a:xfrm>
            <a:off x="2585562" y="4250210"/>
            <a:ext cx="2010003" cy="521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1200"/>
              </a:spcBef>
              <a:buClr>
                <a:srgbClr val="FC8D89"/>
              </a:buClr>
            </a:pPr>
            <a:r>
              <a:rPr lang="en-US" altLang="zh-TW" sz="2400" b="1" dirty="0" err="1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  <a:t>kui</a:t>
            </a:r>
            <a:r>
              <a:rPr lang="en-US" altLang="zh-TW" sz="2400" b="1" dirty="0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  <a:t> </a:t>
            </a:r>
            <a:r>
              <a:rPr lang="en-US" altLang="zh-TW" sz="2400" b="1" dirty="0" err="1">
                <a:solidFill>
                  <a:srgbClr val="3D3935"/>
                </a:solidFill>
                <a:latin typeface="Taiwanese Serif" panose="02000503000000020003" pitchFamily="2" charset="0"/>
                <a:ea typeface="微軟正黑體" pitchFamily="34" charset="-120"/>
              </a:rPr>
              <a:t>tsáng</a:t>
            </a:r>
            <a:endParaRPr lang="zh-TW" altLang="en-US" sz="2400" b="1" dirty="0">
              <a:solidFill>
                <a:srgbClr val="3D3935"/>
              </a:solidFill>
              <a:latin typeface="台灣楷體" panose="02010604000101010101" pitchFamily="2" charset="-120"/>
              <a:ea typeface="台灣楷體" panose="02010604000101010101" pitchFamily="2" charset="-120"/>
            </a:endParaRPr>
          </a:p>
        </p:txBody>
      </p:sp>
      <p:sp>
        <p:nvSpPr>
          <p:cNvPr id="38" name="解說-09">
            <a:extLst>
              <a:ext uri="{FF2B5EF4-FFF2-40B4-BE49-F238E27FC236}">
                <a16:creationId xmlns:a16="http://schemas.microsoft.com/office/drawing/2014/main" id="{F54A0903-62A9-47A9-BD49-A8C3B566BD89}"/>
              </a:ext>
            </a:extLst>
          </p:cNvPr>
          <p:cNvSpPr txBox="1"/>
          <p:nvPr/>
        </p:nvSpPr>
        <p:spPr>
          <a:xfrm>
            <a:off x="5456738" y="4311381"/>
            <a:ext cx="2446549" cy="46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Bef>
                <a:spcPts val="1800"/>
              </a:spcBef>
            </a:pPr>
            <a:r>
              <a:rPr lang="zh-TW" altLang="en-US" sz="2200" b="1" dirty="0">
                <a:solidFill>
                  <a:srgbClr val="3D3935"/>
                </a:solidFill>
                <a:latin typeface="Taiwanese Serif" panose="02000503000000020003" pitchFamily="2" charset="0"/>
                <a:ea typeface="台灣楷體" panose="02010604000101010101" pitchFamily="2" charset="-120"/>
              </a:rPr>
              <a:t>一整捆。</a:t>
            </a:r>
          </a:p>
        </p:txBody>
      </p:sp>
      <p:pic>
        <p:nvPicPr>
          <p:cNvPr id="41" name="語詞-08">
            <a:extLst>
              <a:ext uri="{FF2B5EF4-FFF2-40B4-BE49-F238E27FC236}">
                <a16:creationId xmlns:a16="http://schemas.microsoft.com/office/drawing/2014/main" id="{E65485EB-D499-4762-A83A-AF7FE2EB428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55" y="3375101"/>
            <a:ext cx="1811106" cy="457304"/>
          </a:xfrm>
          <a:prstGeom prst="rect">
            <a:avLst/>
          </a:prstGeom>
        </p:spPr>
      </p:pic>
      <p:pic>
        <p:nvPicPr>
          <p:cNvPr id="42" name="語詞-09">
            <a:extLst>
              <a:ext uri="{FF2B5EF4-FFF2-40B4-BE49-F238E27FC236}">
                <a16:creationId xmlns:a16="http://schemas.microsoft.com/office/drawing/2014/main" id="{BBD207F8-B487-40B7-8ECF-C10464AA105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55" y="4374451"/>
            <a:ext cx="1829036" cy="461832"/>
          </a:xfrm>
          <a:prstGeom prst="rect">
            <a:avLst/>
          </a:prstGeom>
        </p:spPr>
      </p:pic>
      <p:pic>
        <p:nvPicPr>
          <p:cNvPr id="44" name="圖片 43">
            <a:hlinkClick r:id="rId16" action="ppaction://hlinksldjump"/>
            <a:extLst>
              <a:ext uri="{FF2B5EF4-FFF2-40B4-BE49-F238E27FC236}">
                <a16:creationId xmlns:a16="http://schemas.microsoft.com/office/drawing/2014/main" id="{3D92014C-00F5-4E2F-93AC-475C2A4B03E4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603" y="3395700"/>
            <a:ext cx="416106" cy="416106"/>
          </a:xfrm>
          <a:prstGeom prst="rect">
            <a:avLst/>
          </a:prstGeom>
        </p:spPr>
      </p:pic>
      <p:pic>
        <p:nvPicPr>
          <p:cNvPr id="45" name="圖片 44">
            <a:hlinkClick r:id="rId17" action="ppaction://hlinksldjump"/>
            <a:extLst>
              <a:ext uri="{FF2B5EF4-FFF2-40B4-BE49-F238E27FC236}">
                <a16:creationId xmlns:a16="http://schemas.microsoft.com/office/drawing/2014/main" id="{07256C2F-4FCD-43B5-BF50-EB2BCE32E15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603" y="4354569"/>
            <a:ext cx="416106" cy="416106"/>
          </a:xfrm>
          <a:prstGeom prst="rect">
            <a:avLst/>
          </a:prstGeom>
        </p:spPr>
      </p:pic>
      <p:pic>
        <p:nvPicPr>
          <p:cNvPr id="55" name="圖片 54">
            <a:hlinkClick r:id="rId18" action="ppaction://hlinksldjump"/>
            <a:extLst>
              <a:ext uri="{FF2B5EF4-FFF2-40B4-BE49-F238E27FC236}">
                <a16:creationId xmlns:a16="http://schemas.microsoft.com/office/drawing/2014/main" id="{EB83D144-4844-43DD-B001-F03549A095B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305" y="5017002"/>
            <a:ext cx="466404" cy="461832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7DAC6ABC-F855-4352-AB0C-4424B7C824E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084" y="1952540"/>
            <a:ext cx="228629" cy="1232803"/>
          </a:xfrm>
          <a:prstGeom prst="rect">
            <a:avLst/>
          </a:prstGeom>
        </p:spPr>
      </p:pic>
      <p:pic>
        <p:nvPicPr>
          <p:cNvPr id="29" name="圖片 28">
            <a:hlinkClick r:id="rId21" action="ppaction://hlinksldjump"/>
            <a:extLst>
              <a:ext uri="{FF2B5EF4-FFF2-40B4-BE49-F238E27FC236}">
                <a16:creationId xmlns:a16="http://schemas.microsoft.com/office/drawing/2014/main" id="{764C9092-51E3-4A30-BA12-0CA01350FF4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0798" y="843378"/>
            <a:ext cx="233202" cy="1001397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2A16C46B-A287-4349-9ECC-7530A7FD1CA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966" y="819405"/>
            <a:ext cx="1893052" cy="476700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87186931-AD05-4F53-AB81-BBFC6661BBB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179" y="819981"/>
            <a:ext cx="3269402" cy="475549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DF463CE5-B134-46B9-800B-4A032FF8F9F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82" y="819980"/>
            <a:ext cx="1815318" cy="475549"/>
          </a:xfrm>
          <a:prstGeom prst="rect">
            <a:avLst/>
          </a:prstGeom>
        </p:spPr>
      </p:pic>
      <p:pic>
        <p:nvPicPr>
          <p:cNvPr id="4" name="004P059註解-07五香(00_01)">
            <a:hlinkClick r:id="" action="ppaction://media"/>
            <a:extLst>
              <a:ext uri="{FF2B5EF4-FFF2-40B4-BE49-F238E27FC236}">
                <a16:creationId xmlns:a16="http://schemas.microsoft.com/office/drawing/2014/main" id="{371CE0E6-B9A1-4779-982B-9682893A66B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830" y="2024790"/>
            <a:ext cx="417706" cy="417706"/>
          </a:xfrm>
          <a:prstGeom prst="rect">
            <a:avLst/>
          </a:prstGeom>
        </p:spPr>
      </p:pic>
      <p:pic>
        <p:nvPicPr>
          <p:cNvPr id="5" name="004P059註解-08算袂和(00_04)">
            <a:hlinkClick r:id="" action="ppaction://media"/>
            <a:extLst>
              <a:ext uri="{FF2B5EF4-FFF2-40B4-BE49-F238E27FC236}">
                <a16:creationId xmlns:a16="http://schemas.microsoft.com/office/drawing/2014/main" id="{F980B3AF-C7D1-4656-9F6B-44651A3C2CD9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830" y="3394847"/>
            <a:ext cx="417706" cy="417706"/>
          </a:xfrm>
          <a:prstGeom prst="rect">
            <a:avLst/>
          </a:prstGeom>
        </p:spPr>
      </p:pic>
      <p:pic>
        <p:nvPicPr>
          <p:cNvPr id="6" name="004P059註解-09規摠(00_01)">
            <a:hlinkClick r:id="" action="ppaction://media"/>
            <a:extLst>
              <a:ext uri="{FF2B5EF4-FFF2-40B4-BE49-F238E27FC236}">
                <a16:creationId xmlns:a16="http://schemas.microsoft.com/office/drawing/2014/main" id="{C4663425-492C-4BF9-9972-997A96037A83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2830" y="4353769"/>
            <a:ext cx="417706" cy="41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64816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audio>
              <p:cMediaNode vol="80000">
                <p:cTn id="4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 vol="80000">
                <p:cTn id="4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48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3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58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7" grpId="2" animBg="1"/>
      <p:bldP spid="27" grpId="3" animBg="1"/>
      <p:bldP spid="33" grpId="0" animBg="1"/>
      <p:bldP spid="33" grpId="1" animBg="1"/>
      <p:bldP spid="33" grpId="2" animBg="1"/>
      <p:bldP spid="33" grpId="3" animBg="1"/>
      <p:bldP spid="31" grpId="0" animBg="1"/>
      <p:bldP spid="31" grpId="1" animBg="1"/>
      <p:bldP spid="31" grpId="2" animBg="1"/>
      <p:bldP spid="31" grpId="3" animBg="1"/>
    </p:bldLst>
  </p:timing>
</p:sld>
</file>

<file path=ppt/theme/theme1.xml><?xml version="1.0" encoding="utf-8"?>
<a:theme xmlns:a="http://schemas.openxmlformats.org/drawingml/2006/main" name="Office 佈景主題">
  <a:themeElements>
    <a:clrScheme name="自訂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6D82"/>
      </a:hlink>
      <a:folHlink>
        <a:srgbClr val="FF6D82"/>
      </a:folHlink>
    </a:clrScheme>
    <a:fontScheme name="Office 佈景主題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94781</TotalTime>
  <Words>1202</Words>
  <Application>Microsoft Office PowerPoint</Application>
  <PresentationFormat>自訂</PresentationFormat>
  <Paragraphs>70</Paragraphs>
  <Slides>12</Slides>
  <Notes>0</Notes>
  <HiddenSlides>4</HiddenSlides>
  <MMClips>26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0" baseType="lpstr">
      <vt:lpstr>Taiwanese Serif</vt:lpstr>
      <vt:lpstr>Calibri Light</vt:lpstr>
      <vt:lpstr>Calibri</vt:lpstr>
      <vt:lpstr>微軟正黑體</vt:lpstr>
      <vt:lpstr>Arial</vt:lpstr>
      <vt:lpstr>台灣楷體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Yuida</dc:creator>
  <cp:lastModifiedBy>karen chang</cp:lastModifiedBy>
  <cp:revision>3471</cp:revision>
  <dcterms:created xsi:type="dcterms:W3CDTF">2020-07-06T08:42:47Z</dcterms:created>
  <dcterms:modified xsi:type="dcterms:W3CDTF">2026-08-10T13:47:29Z</dcterms:modified>
</cp:coreProperties>
</file>