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1"/>
  </p:notesMasterIdLst>
  <p:sldIdLst>
    <p:sldId id="289" r:id="rId2"/>
    <p:sldId id="337" r:id="rId3"/>
    <p:sldId id="299" r:id="rId4"/>
    <p:sldId id="402" r:id="rId5"/>
    <p:sldId id="397" r:id="rId6"/>
    <p:sldId id="467" r:id="rId7"/>
    <p:sldId id="468" r:id="rId8"/>
    <p:sldId id="403" r:id="rId9"/>
    <p:sldId id="469" r:id="rId10"/>
  </p:sldIdLst>
  <p:sldSz cx="9144000" cy="5716588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Taiwanese Serif" panose="02000503000000020003" pitchFamily="2" charset="0"/>
      <p:regular r:id="rId18"/>
    </p:embeddedFont>
    <p:embeddedFont>
      <p:font typeface="台灣楷體" panose="02010604000101010101" pitchFamily="2" charset="-120"/>
      <p:regular r:id="rId19"/>
    </p:embeddedFont>
    <p:embeddedFont>
      <p:font typeface="微軟正黑體" panose="020B0604030504040204" pitchFamily="34" charset="-120"/>
      <p:regular r:id="rId20"/>
      <p:bold r:id="rId21"/>
    </p:embeddedFont>
  </p:embeddedFontLst>
  <p:defaultTextStyle>
    <a:defPPr>
      <a:defRPr lang="zh-TW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S_PC" initials="N" lastIdx="1" clrIdx="0">
    <p:extLst>
      <p:ext uri="{19B8F6BF-5375-455C-9EA6-DF929625EA0E}">
        <p15:presenceInfo xmlns:p15="http://schemas.microsoft.com/office/powerpoint/2012/main" userId="NAS_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9775"/>
    <a:srgbClr val="FF6D82"/>
    <a:srgbClr val="FCEEF1"/>
    <a:srgbClr val="E85066"/>
    <a:srgbClr val="FFFBE4"/>
    <a:srgbClr val="C8641D"/>
    <a:srgbClr val="F0FAFA"/>
    <a:srgbClr val="DAF2F2"/>
    <a:srgbClr val="949179"/>
    <a:srgbClr val="F8C6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55" autoAdjust="0"/>
    <p:restoredTop sz="94090" autoAdjust="0"/>
  </p:normalViewPr>
  <p:slideViewPr>
    <p:cSldViewPr snapToGrid="0" showGuides="1">
      <p:cViewPr varScale="1">
        <p:scale>
          <a:sx n="101" d="100"/>
          <a:sy n="101" d="100"/>
        </p:scale>
        <p:origin x="60" y="75"/>
      </p:cViewPr>
      <p:guideLst>
        <p:guide orient="horz" pos="182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8F4CF-4DFB-45F8-98BD-DF193155D160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685800"/>
            <a:ext cx="54832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4A2E55-F8DC-41E1-A8AC-AC3D0B9EC6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50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4A2E55-F8DC-41E1-A8AC-AC3D0B9EC62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3672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562"/>
            <a:ext cx="6858000" cy="19902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2532"/>
            <a:ext cx="6858000" cy="138018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03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4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5178"/>
            <a:ext cx="7886700" cy="237794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5616"/>
            <a:ext cx="7886700" cy="125050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43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777"/>
            <a:ext cx="3886200" cy="362712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777"/>
            <a:ext cx="3886200" cy="362712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562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356"/>
            <a:ext cx="7886700" cy="110494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1359"/>
            <a:ext cx="3868340" cy="68678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8143"/>
            <a:ext cx="3868340" cy="307134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1359"/>
            <a:ext cx="3887391" cy="68678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8143"/>
            <a:ext cx="3887391" cy="307134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36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23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9144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106"/>
            <a:ext cx="2949178" cy="13338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3083"/>
            <a:ext cx="4629150" cy="406248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976"/>
            <a:ext cx="2949178" cy="317720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89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106"/>
            <a:ext cx="2949178" cy="13338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3083"/>
            <a:ext cx="4629150" cy="406248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976"/>
            <a:ext cx="2949178" cy="317720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74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159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355"/>
            <a:ext cx="1971675" cy="48445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355"/>
            <a:ext cx="5800725" cy="48445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66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356"/>
            <a:ext cx="7886700" cy="1104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777"/>
            <a:ext cx="7886700" cy="3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8431"/>
            <a:ext cx="20574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8793D-D6BE-4D78-8158-92F56DDF0489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8431"/>
            <a:ext cx="30861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8431"/>
            <a:ext cx="20574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266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&#23383;&#22411;&#23433;&#35037;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19.png"/><Relationship Id="rId26" Type="http://schemas.openxmlformats.org/officeDocument/2006/relationships/image" Target="../media/image26.png"/><Relationship Id="rId3" Type="http://schemas.microsoft.com/office/2007/relationships/media" Target="../media/media2.mp3"/><Relationship Id="rId21" Type="http://schemas.openxmlformats.org/officeDocument/2006/relationships/image" Target="../media/image22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4.png"/><Relationship Id="rId17" Type="http://schemas.openxmlformats.org/officeDocument/2006/relationships/image" Target="../media/image18.png"/><Relationship Id="rId25" Type="http://schemas.openxmlformats.org/officeDocument/2006/relationships/slide" Target="slide9.xml"/><Relationship Id="rId33" Type="http://schemas.openxmlformats.org/officeDocument/2006/relationships/image" Target="../media/image30.png"/><Relationship Id="rId2" Type="http://schemas.openxmlformats.org/officeDocument/2006/relationships/audio" Target="../media/media1.mp3"/><Relationship Id="rId16" Type="http://schemas.openxmlformats.org/officeDocument/2006/relationships/slide" Target="slide4.xml"/><Relationship Id="rId20" Type="http://schemas.openxmlformats.org/officeDocument/2006/relationships/image" Target="../media/image21.png"/><Relationship Id="rId29" Type="http://schemas.openxmlformats.org/officeDocument/2006/relationships/slide" Target="slide7.xml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image" Target="../media/image13.png"/><Relationship Id="rId24" Type="http://schemas.openxmlformats.org/officeDocument/2006/relationships/image" Target="../media/image25.png"/><Relationship Id="rId32" Type="http://schemas.openxmlformats.org/officeDocument/2006/relationships/hyperlink" Target="https://reurl.cc/dOWENg" TargetMode="External"/><Relationship Id="rId5" Type="http://schemas.microsoft.com/office/2007/relationships/media" Target="../media/media3.mp3"/><Relationship Id="rId15" Type="http://schemas.openxmlformats.org/officeDocument/2006/relationships/image" Target="../media/image17.png"/><Relationship Id="rId23" Type="http://schemas.openxmlformats.org/officeDocument/2006/relationships/image" Target="../media/image24.png"/><Relationship Id="rId28" Type="http://schemas.openxmlformats.org/officeDocument/2006/relationships/image" Target="../media/image27.png"/><Relationship Id="rId10" Type="http://schemas.openxmlformats.org/officeDocument/2006/relationships/image" Target="../media/image12.png"/><Relationship Id="rId19" Type="http://schemas.openxmlformats.org/officeDocument/2006/relationships/image" Target="../media/image20.png"/><Relationship Id="rId31" Type="http://schemas.openxmlformats.org/officeDocument/2006/relationships/image" Target="../media/image29.png"/><Relationship Id="rId4" Type="http://schemas.openxmlformats.org/officeDocument/2006/relationships/audio" Target="../media/media2.mp3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3.png"/><Relationship Id="rId27" Type="http://schemas.openxmlformats.org/officeDocument/2006/relationships/slide" Target="slide8.xml"/><Relationship Id="rId30" Type="http://schemas.openxmlformats.org/officeDocument/2006/relationships/image" Target="../media/image28.png"/><Relationship Id="rId8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17.png"/><Relationship Id="rId26" Type="http://schemas.openxmlformats.org/officeDocument/2006/relationships/image" Target="../media/image26.png"/><Relationship Id="rId3" Type="http://schemas.microsoft.com/office/2007/relationships/media" Target="../media/media5.mp3"/><Relationship Id="rId21" Type="http://schemas.openxmlformats.org/officeDocument/2006/relationships/image" Target="../media/image19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1.png"/><Relationship Id="rId17" Type="http://schemas.openxmlformats.org/officeDocument/2006/relationships/image" Target="../media/image14.png"/><Relationship Id="rId25" Type="http://schemas.openxmlformats.org/officeDocument/2006/relationships/image" Target="../media/image25.png"/><Relationship Id="rId2" Type="http://schemas.openxmlformats.org/officeDocument/2006/relationships/audio" Target="../media/media4.mp3"/><Relationship Id="rId16" Type="http://schemas.openxmlformats.org/officeDocument/2006/relationships/image" Target="../media/image21.png"/><Relationship Id="rId20" Type="http://schemas.openxmlformats.org/officeDocument/2006/relationships/image" Target="../media/image33.png"/><Relationship Id="rId1" Type="http://schemas.microsoft.com/office/2007/relationships/media" Target="../media/media4.mp3"/><Relationship Id="rId6" Type="http://schemas.openxmlformats.org/officeDocument/2006/relationships/audio" Target="../media/media6.mp3"/><Relationship Id="rId11" Type="http://schemas.openxmlformats.org/officeDocument/2006/relationships/image" Target="../media/image12.png"/><Relationship Id="rId24" Type="http://schemas.openxmlformats.org/officeDocument/2006/relationships/image" Target="../media/image24.png"/><Relationship Id="rId5" Type="http://schemas.microsoft.com/office/2007/relationships/media" Target="../media/media6.mp3"/><Relationship Id="rId15" Type="http://schemas.openxmlformats.org/officeDocument/2006/relationships/image" Target="../media/image18.png"/><Relationship Id="rId23" Type="http://schemas.openxmlformats.org/officeDocument/2006/relationships/image" Target="../media/image23.png"/><Relationship Id="rId10" Type="http://schemas.openxmlformats.org/officeDocument/2006/relationships/image" Target="../media/image20.png"/><Relationship Id="rId19" Type="http://schemas.openxmlformats.org/officeDocument/2006/relationships/image" Target="../media/image32.png"/><Relationship Id="rId4" Type="http://schemas.openxmlformats.org/officeDocument/2006/relationships/audio" Target="../media/media5.mp3"/><Relationship Id="rId9" Type="http://schemas.openxmlformats.org/officeDocument/2006/relationships/image" Target="../media/image11.png"/><Relationship Id="rId14" Type="http://schemas.openxmlformats.org/officeDocument/2006/relationships/slide" Target="slide4.xml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10.mp3"/><Relationship Id="rId13" Type="http://schemas.openxmlformats.org/officeDocument/2006/relationships/image" Target="../media/image11.png"/><Relationship Id="rId18" Type="http://schemas.openxmlformats.org/officeDocument/2006/relationships/image" Target="../media/image36.png"/><Relationship Id="rId26" Type="http://schemas.openxmlformats.org/officeDocument/2006/relationships/image" Target="../media/image14.png"/><Relationship Id="rId3" Type="http://schemas.microsoft.com/office/2007/relationships/media" Target="../media/media8.mp3"/><Relationship Id="rId21" Type="http://schemas.openxmlformats.org/officeDocument/2006/relationships/image" Target="../media/image21.png"/><Relationship Id="rId7" Type="http://schemas.microsoft.com/office/2007/relationships/media" Target="../media/media10.mp3"/><Relationship Id="rId12" Type="http://schemas.openxmlformats.org/officeDocument/2006/relationships/image" Target="../media/image10.png"/><Relationship Id="rId17" Type="http://schemas.openxmlformats.org/officeDocument/2006/relationships/image" Target="../media/image35.png"/><Relationship Id="rId25" Type="http://schemas.openxmlformats.org/officeDocument/2006/relationships/image" Target="../media/image18.png"/><Relationship Id="rId2" Type="http://schemas.openxmlformats.org/officeDocument/2006/relationships/audio" Target="../media/media7.mp3"/><Relationship Id="rId16" Type="http://schemas.openxmlformats.org/officeDocument/2006/relationships/image" Target="../media/image34.png"/><Relationship Id="rId20" Type="http://schemas.openxmlformats.org/officeDocument/2006/relationships/image" Target="../media/image20.png"/><Relationship Id="rId29" Type="http://schemas.openxmlformats.org/officeDocument/2006/relationships/image" Target="../media/image24.png"/><Relationship Id="rId1" Type="http://schemas.microsoft.com/office/2007/relationships/media" Target="../media/media7.mp3"/><Relationship Id="rId6" Type="http://schemas.openxmlformats.org/officeDocument/2006/relationships/audio" Target="../media/media9.mp3"/><Relationship Id="rId11" Type="http://schemas.openxmlformats.org/officeDocument/2006/relationships/slideLayout" Target="../slideLayouts/slideLayout2.xml"/><Relationship Id="rId24" Type="http://schemas.openxmlformats.org/officeDocument/2006/relationships/slide" Target="slide4.xml"/><Relationship Id="rId32" Type="http://schemas.openxmlformats.org/officeDocument/2006/relationships/image" Target="../media/image27.png"/><Relationship Id="rId5" Type="http://schemas.microsoft.com/office/2007/relationships/media" Target="../media/media9.mp3"/><Relationship Id="rId15" Type="http://schemas.openxmlformats.org/officeDocument/2006/relationships/image" Target="../media/image12.png"/><Relationship Id="rId23" Type="http://schemas.openxmlformats.org/officeDocument/2006/relationships/image" Target="../media/image38.png"/><Relationship Id="rId28" Type="http://schemas.openxmlformats.org/officeDocument/2006/relationships/image" Target="../media/image23.png"/><Relationship Id="rId10" Type="http://schemas.openxmlformats.org/officeDocument/2006/relationships/audio" Target="../media/media11.mp3"/><Relationship Id="rId19" Type="http://schemas.openxmlformats.org/officeDocument/2006/relationships/image" Target="../media/image37.png"/><Relationship Id="rId31" Type="http://schemas.openxmlformats.org/officeDocument/2006/relationships/image" Target="../media/image26.png"/><Relationship Id="rId4" Type="http://schemas.openxmlformats.org/officeDocument/2006/relationships/audio" Target="../media/media8.mp3"/><Relationship Id="rId9" Type="http://schemas.microsoft.com/office/2007/relationships/media" Target="../media/media11.mp3"/><Relationship Id="rId14" Type="http://schemas.openxmlformats.org/officeDocument/2006/relationships/image" Target="../media/image15.png"/><Relationship Id="rId22" Type="http://schemas.openxmlformats.org/officeDocument/2006/relationships/image" Target="../media/image19.png"/><Relationship Id="rId27" Type="http://schemas.openxmlformats.org/officeDocument/2006/relationships/image" Target="../media/image22.png"/><Relationship Id="rId30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4.xml"/><Relationship Id="rId18" Type="http://schemas.openxmlformats.org/officeDocument/2006/relationships/image" Target="../media/image40.png"/><Relationship Id="rId26" Type="http://schemas.openxmlformats.org/officeDocument/2006/relationships/image" Target="../media/image27.png"/><Relationship Id="rId3" Type="http://schemas.microsoft.com/office/2007/relationships/media" Target="../media/media13.mp3"/><Relationship Id="rId21" Type="http://schemas.openxmlformats.org/officeDocument/2006/relationships/image" Target="../media/image23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8.png"/><Relationship Id="rId17" Type="http://schemas.openxmlformats.org/officeDocument/2006/relationships/image" Target="../media/image39.png"/><Relationship Id="rId25" Type="http://schemas.openxmlformats.org/officeDocument/2006/relationships/image" Target="../media/image26.png"/><Relationship Id="rId2" Type="http://schemas.openxmlformats.org/officeDocument/2006/relationships/audio" Target="../media/media12.mp3"/><Relationship Id="rId16" Type="http://schemas.openxmlformats.org/officeDocument/2006/relationships/image" Target="../media/image12.png"/><Relationship Id="rId20" Type="http://schemas.openxmlformats.org/officeDocument/2006/relationships/image" Target="../media/image22.png"/><Relationship Id="rId1" Type="http://schemas.microsoft.com/office/2007/relationships/media" Target="../media/media12.mp3"/><Relationship Id="rId6" Type="http://schemas.openxmlformats.org/officeDocument/2006/relationships/audio" Target="../media/media14.mp3"/><Relationship Id="rId11" Type="http://schemas.openxmlformats.org/officeDocument/2006/relationships/image" Target="../media/image20.png"/><Relationship Id="rId24" Type="http://schemas.openxmlformats.org/officeDocument/2006/relationships/image" Target="../media/image21.png"/><Relationship Id="rId5" Type="http://schemas.microsoft.com/office/2007/relationships/media" Target="../media/media14.mp3"/><Relationship Id="rId15" Type="http://schemas.openxmlformats.org/officeDocument/2006/relationships/image" Target="../media/image14.png"/><Relationship Id="rId23" Type="http://schemas.openxmlformats.org/officeDocument/2006/relationships/image" Target="../media/image25.png"/><Relationship Id="rId10" Type="http://schemas.openxmlformats.org/officeDocument/2006/relationships/image" Target="../media/image15.png"/><Relationship Id="rId19" Type="http://schemas.openxmlformats.org/officeDocument/2006/relationships/image" Target="../media/image19.png"/><Relationship Id="rId4" Type="http://schemas.openxmlformats.org/officeDocument/2006/relationships/audio" Target="../media/media13.mp3"/><Relationship Id="rId9" Type="http://schemas.openxmlformats.org/officeDocument/2006/relationships/image" Target="../media/image11.png"/><Relationship Id="rId14" Type="http://schemas.openxmlformats.org/officeDocument/2006/relationships/image" Target="../media/image18.png"/><Relationship Id="rId22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2" Type="http://schemas.openxmlformats.org/officeDocument/2006/relationships/audio" Target="../media/media15.mp3"/><Relationship Id="rId16" Type="http://schemas.openxmlformats.org/officeDocument/2006/relationships/image" Target="../media/image27.png"/><Relationship Id="rId1" Type="http://schemas.microsoft.com/office/2007/relationships/media" Target="../media/media15.mp3"/><Relationship Id="rId6" Type="http://schemas.openxmlformats.org/officeDocument/2006/relationships/image" Target="../media/image15.pn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slide" Target="slide4.xml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2" Type="http://schemas.openxmlformats.org/officeDocument/2006/relationships/audio" Target="../media/media16.mp3"/><Relationship Id="rId16" Type="http://schemas.openxmlformats.org/officeDocument/2006/relationships/image" Target="../media/image27.png"/><Relationship Id="rId1" Type="http://schemas.microsoft.com/office/2007/relationships/media" Target="../media/media16.mp3"/><Relationship Id="rId6" Type="http://schemas.openxmlformats.org/officeDocument/2006/relationships/image" Target="../media/image15.pn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slide" Target="slide4.xml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8.png"/><Relationship Id="rId18" Type="http://schemas.openxmlformats.org/officeDocument/2006/relationships/image" Target="../media/image43.png"/><Relationship Id="rId26" Type="http://schemas.openxmlformats.org/officeDocument/2006/relationships/image" Target="../media/image27.png"/><Relationship Id="rId3" Type="http://schemas.microsoft.com/office/2007/relationships/media" Target="../media/media18.mp3"/><Relationship Id="rId21" Type="http://schemas.openxmlformats.org/officeDocument/2006/relationships/image" Target="../media/image23.png"/><Relationship Id="rId7" Type="http://schemas.openxmlformats.org/officeDocument/2006/relationships/slideLayout" Target="../slideLayouts/slideLayout2.xml"/><Relationship Id="rId12" Type="http://schemas.openxmlformats.org/officeDocument/2006/relationships/slide" Target="slide4.xml"/><Relationship Id="rId17" Type="http://schemas.openxmlformats.org/officeDocument/2006/relationships/image" Target="../media/image42.png"/><Relationship Id="rId25" Type="http://schemas.openxmlformats.org/officeDocument/2006/relationships/image" Target="../media/image26.png"/><Relationship Id="rId2" Type="http://schemas.openxmlformats.org/officeDocument/2006/relationships/audio" Target="../media/media17.mp3"/><Relationship Id="rId16" Type="http://schemas.openxmlformats.org/officeDocument/2006/relationships/image" Target="../media/image41.png"/><Relationship Id="rId20" Type="http://schemas.openxmlformats.org/officeDocument/2006/relationships/image" Target="../media/image19.png"/><Relationship Id="rId1" Type="http://schemas.microsoft.com/office/2007/relationships/media" Target="../media/media17.mp3"/><Relationship Id="rId6" Type="http://schemas.openxmlformats.org/officeDocument/2006/relationships/audio" Target="../media/media19.mp3"/><Relationship Id="rId11" Type="http://schemas.openxmlformats.org/officeDocument/2006/relationships/image" Target="../media/image20.png"/><Relationship Id="rId24" Type="http://schemas.openxmlformats.org/officeDocument/2006/relationships/image" Target="../media/image21.png"/><Relationship Id="rId5" Type="http://schemas.microsoft.com/office/2007/relationships/media" Target="../media/media19.mp3"/><Relationship Id="rId15" Type="http://schemas.openxmlformats.org/officeDocument/2006/relationships/image" Target="../media/image12.png"/><Relationship Id="rId23" Type="http://schemas.openxmlformats.org/officeDocument/2006/relationships/image" Target="../media/image25.png"/><Relationship Id="rId10" Type="http://schemas.openxmlformats.org/officeDocument/2006/relationships/image" Target="../media/image15.png"/><Relationship Id="rId19" Type="http://schemas.openxmlformats.org/officeDocument/2006/relationships/image" Target="../media/image22.png"/><Relationship Id="rId4" Type="http://schemas.openxmlformats.org/officeDocument/2006/relationships/audio" Target="../media/media18.mp3"/><Relationship Id="rId9" Type="http://schemas.openxmlformats.org/officeDocument/2006/relationships/image" Target="../media/image11.png"/><Relationship Id="rId14" Type="http://schemas.openxmlformats.org/officeDocument/2006/relationships/image" Target="../media/image14.png"/><Relationship Id="rId22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2" Type="http://schemas.openxmlformats.org/officeDocument/2006/relationships/audio" Target="../media/media20.mp3"/><Relationship Id="rId16" Type="http://schemas.openxmlformats.org/officeDocument/2006/relationships/image" Target="../media/image26.png"/><Relationship Id="rId1" Type="http://schemas.microsoft.com/office/2007/relationships/media" Target="../media/media20.mp3"/><Relationship Id="rId6" Type="http://schemas.openxmlformats.org/officeDocument/2006/relationships/image" Target="../media/image15.pn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27.pn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slide" Target="slide4.xml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1954404C-E733-42F2-AF71-CCAB70F64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" y="0"/>
            <a:ext cx="9139229" cy="57165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30330E4-63D8-4879-A89E-D236CDFBB6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495" y="0"/>
            <a:ext cx="6488505" cy="572031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39A7640-65E5-4499-B0EB-8DF8C7DBDA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29" y="4319179"/>
            <a:ext cx="1691854" cy="48469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D55958E-93A6-497A-BEE0-2E4337F880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89" y="1000864"/>
            <a:ext cx="763623" cy="2839578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250E0CE0-7F68-413F-ACD0-364FA58BB0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00" y="0"/>
            <a:ext cx="1079131" cy="557856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343544F0-31C3-4CBD-AB1C-7037293BE195}"/>
              </a:ext>
            </a:extLst>
          </p:cNvPr>
          <p:cNvGrpSpPr/>
          <p:nvPr/>
        </p:nvGrpSpPr>
        <p:grpSpPr>
          <a:xfrm>
            <a:off x="894960" y="4902758"/>
            <a:ext cx="1115485" cy="424030"/>
            <a:chOff x="688566" y="4902758"/>
            <a:chExt cx="1115485" cy="424030"/>
          </a:xfrm>
        </p:grpSpPr>
        <p:pic>
          <p:nvPicPr>
            <p:cNvPr id="11" name="圖片 10">
              <a:hlinkClick r:id="rId8" action="ppaction://hlinkfile"/>
              <a:extLst>
                <a:ext uri="{FF2B5EF4-FFF2-40B4-BE49-F238E27FC236}">
                  <a16:creationId xmlns:a16="http://schemas.microsoft.com/office/drawing/2014/main" id="{76374840-6736-42C7-9D9C-FA85690B5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566" y="4902758"/>
              <a:ext cx="1115485" cy="365807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5BE2E97A-4676-438C-94D5-E46886CBC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5720" y="5148457"/>
              <a:ext cx="178331" cy="178331"/>
            </a:xfrm>
            <a:prstGeom prst="rect">
              <a:avLst/>
            </a:prstGeom>
          </p:spPr>
        </p:pic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BE82F6C6-7F6C-4CCD-ACF4-2B99C821367D}"/>
              </a:ext>
            </a:extLst>
          </p:cNvPr>
          <p:cNvGrpSpPr/>
          <p:nvPr/>
        </p:nvGrpSpPr>
        <p:grpSpPr>
          <a:xfrm>
            <a:off x="436980" y="1472519"/>
            <a:ext cx="1867833" cy="2417366"/>
            <a:chOff x="465137" y="1802928"/>
            <a:chExt cx="1867833" cy="2417366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EB463E8D-0AB1-4CAC-9753-EF8DF0926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3147" y="1802928"/>
              <a:ext cx="429823" cy="356662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D2EFBCE-C3C2-41EE-8935-9059A5E74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37" y="3849914"/>
              <a:ext cx="429823" cy="3703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517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4EF27F1-FA5F-4D34-A362-45D05590FD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D915D2F-8437-4895-B910-BAD3F44A21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grpSp>
        <p:nvGrpSpPr>
          <p:cNvPr id="5" name="註解文字01">
            <a:extLst>
              <a:ext uri="{FF2B5EF4-FFF2-40B4-BE49-F238E27FC236}">
                <a16:creationId xmlns:a16="http://schemas.microsoft.com/office/drawing/2014/main" id="{704EEA85-273E-4CB3-A93A-424806A6D990}"/>
              </a:ext>
            </a:extLst>
          </p:cNvPr>
          <p:cNvGrpSpPr/>
          <p:nvPr/>
        </p:nvGrpSpPr>
        <p:grpSpPr>
          <a:xfrm>
            <a:off x="28216" y="3421395"/>
            <a:ext cx="8834244" cy="2135399"/>
            <a:chOff x="28216" y="3382206"/>
            <a:chExt cx="8834244" cy="213539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0ECB0CAF-5BF7-46A5-8FC5-71D4D3A15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B22C1470-88CD-4A45-B9B7-9E3D866D5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0285" y="3781242"/>
              <a:ext cx="1815634" cy="457304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5FC7D696-764A-47BD-BC8E-487DE7DA160D}"/>
                </a:ext>
              </a:extLst>
            </p:cNvPr>
            <p:cNvSpPr txBox="1"/>
            <p:nvPr/>
          </p:nvSpPr>
          <p:spPr>
            <a:xfrm>
              <a:off x="1421298" y="4209093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siám-sih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3A2E65F1-3EEC-4E74-A876-1FAACBA5727C}"/>
                </a:ext>
              </a:extLst>
            </p:cNvPr>
            <p:cNvSpPr txBox="1"/>
            <p:nvPr/>
          </p:nvSpPr>
          <p:spPr>
            <a:xfrm>
              <a:off x="1421297" y="4665605"/>
              <a:ext cx="5652441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光線不穩定，明明滅滅的樣子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A46DEFE-1121-4EAE-B111-A3FE8E173F66}"/>
              </a:ext>
            </a:extLst>
          </p:cNvPr>
          <p:cNvSpPr txBox="1"/>
          <p:nvPr/>
        </p:nvSpPr>
        <p:spPr>
          <a:xfrm>
            <a:off x="2236549" y="982854"/>
            <a:ext cx="6390508" cy="2273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你看你看 天頂的月娘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你看你看 </a:t>
            </a:r>
            <a:r>
              <a:rPr lang="zh-TW" altLang="en-US" sz="2800" b="1" u="sng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閃爍</a:t>
            </a:r>
            <a:r>
              <a:rPr lang="en-US" altLang="zh-TW" sz="2800" b="1" u="sng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1</a:t>
            </a:r>
            <a:r>
              <a:rPr lang="zh-TW" altLang="en-US" sz="2800" b="1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的流星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 u="sng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莫</a:t>
            </a:r>
            <a:r>
              <a:rPr lang="en-US" altLang="zh-TW" sz="2800" b="1" u="sng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2</a:t>
            </a:r>
            <a:r>
              <a:rPr lang="zh-TW" altLang="en-US" sz="2800" b="1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看莫看 你的手機仔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看你邊仔的 火金蛄 有偌逍遙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1B120897-04FB-4C4B-9432-67C5B82954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2908167" cy="868792"/>
          </a:xfrm>
          <a:prstGeom prst="rect">
            <a:avLst/>
          </a:prstGeom>
        </p:spPr>
      </p:pic>
      <p:sp>
        <p:nvSpPr>
          <p:cNvPr id="45" name="註解點選框-2">
            <a:extLst>
              <a:ext uri="{FF2B5EF4-FFF2-40B4-BE49-F238E27FC236}">
                <a16:creationId xmlns:a16="http://schemas.microsoft.com/office/drawing/2014/main" id="{ECCA3507-0386-4273-BB8E-66911CE285FE}"/>
              </a:ext>
            </a:extLst>
          </p:cNvPr>
          <p:cNvSpPr/>
          <p:nvPr/>
        </p:nvSpPr>
        <p:spPr>
          <a:xfrm>
            <a:off x="2227404" y="2162175"/>
            <a:ext cx="673926" cy="582089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註解點選框-1">
            <a:extLst>
              <a:ext uri="{FF2B5EF4-FFF2-40B4-BE49-F238E27FC236}">
                <a16:creationId xmlns:a16="http://schemas.microsoft.com/office/drawing/2014/main" id="{1B0D7637-B19B-4B45-8894-FB8887009E75}"/>
              </a:ext>
            </a:extLst>
          </p:cNvPr>
          <p:cNvSpPr/>
          <p:nvPr/>
        </p:nvSpPr>
        <p:spPr>
          <a:xfrm>
            <a:off x="3822385" y="1619436"/>
            <a:ext cx="995659" cy="5589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0" name="翻譯文字">
            <a:extLst>
              <a:ext uri="{FF2B5EF4-FFF2-40B4-BE49-F238E27FC236}">
                <a16:creationId xmlns:a16="http://schemas.microsoft.com/office/drawing/2014/main" id="{06CBF942-E697-49A5-B682-7BEBF4689BF7}"/>
              </a:ext>
            </a:extLst>
          </p:cNvPr>
          <p:cNvGrpSpPr/>
          <p:nvPr/>
        </p:nvGrpSpPr>
        <p:grpSpPr>
          <a:xfrm>
            <a:off x="9220127" y="3421395"/>
            <a:ext cx="8834244" cy="2135399"/>
            <a:chOff x="9220638" y="3382206"/>
            <a:chExt cx="8834244" cy="2135399"/>
          </a:xfrm>
        </p:grpSpPr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44F8AB6B-76FA-4B02-8877-DFE2AA01E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01EF6BA9-7749-4EBE-9D53-1057735F7416}"/>
                </a:ext>
              </a:extLst>
            </p:cNvPr>
            <p:cNvSpPr txBox="1"/>
            <p:nvPr/>
          </p:nvSpPr>
          <p:spPr>
            <a:xfrm>
              <a:off x="11725019" y="3553610"/>
              <a:ext cx="6053826" cy="1806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你看你看 天上的月亮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你看你看 閃爍的流星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不要看不要看 你的手機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看你身邊的 螢火蟲 有多逍遙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grpSp>
        <p:nvGrpSpPr>
          <p:cNvPr id="33" name="註解文字02">
            <a:extLst>
              <a:ext uri="{FF2B5EF4-FFF2-40B4-BE49-F238E27FC236}">
                <a16:creationId xmlns:a16="http://schemas.microsoft.com/office/drawing/2014/main" id="{A6B54255-FC55-49FE-95F3-4F1BF409DE2A}"/>
              </a:ext>
            </a:extLst>
          </p:cNvPr>
          <p:cNvGrpSpPr/>
          <p:nvPr/>
        </p:nvGrpSpPr>
        <p:grpSpPr>
          <a:xfrm>
            <a:off x="28216" y="5866027"/>
            <a:ext cx="8834244" cy="2135399"/>
            <a:chOff x="28216" y="3382206"/>
            <a:chExt cx="8834244" cy="2135399"/>
          </a:xfrm>
        </p:grpSpPr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92F67824-C67F-4711-B4DE-045E9378B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995BC83F-D7D2-44A9-A282-F01CDCC30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9185" y="3810378"/>
              <a:ext cx="1797833" cy="452821"/>
            </a:xfrm>
            <a:prstGeom prst="rect">
              <a:avLst/>
            </a:prstGeom>
          </p:spPr>
        </p:pic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504DAAA3-0064-494F-8E0A-516A1BAFA174}"/>
                </a:ext>
              </a:extLst>
            </p:cNvPr>
            <p:cNvSpPr txBox="1"/>
            <p:nvPr/>
          </p:nvSpPr>
          <p:spPr>
            <a:xfrm>
              <a:off x="1421298" y="4235987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mài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AEBDB9B7-DD84-47C4-92C0-F760666F4201}"/>
                </a:ext>
              </a:extLst>
            </p:cNvPr>
            <p:cNvSpPr txBox="1"/>
            <p:nvPr/>
          </p:nvSpPr>
          <p:spPr>
            <a:xfrm>
              <a:off x="1421298" y="4692499"/>
              <a:ext cx="630140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不要。表示禁止或勸阻之意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</p:grpSp>
      <p:pic>
        <p:nvPicPr>
          <p:cNvPr id="11" name="圖片 10">
            <a:hlinkClick r:id="" action="ppaction://noaction"/>
            <a:extLst>
              <a:ext uri="{FF2B5EF4-FFF2-40B4-BE49-F238E27FC236}">
                <a16:creationId xmlns:a16="http://schemas.microsoft.com/office/drawing/2014/main" id="{14B502D3-419F-4A7C-B719-FA17FBCC1A8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366" y="1940211"/>
            <a:ext cx="233202" cy="1262035"/>
          </a:xfrm>
          <a:prstGeom prst="rect">
            <a:avLst/>
          </a:prstGeom>
        </p:spPr>
      </p:pic>
      <p:pic>
        <p:nvPicPr>
          <p:cNvPr id="12" name="圖片 11">
            <a:hlinkClick r:id="rId16" action="ppaction://hlinksldjump"/>
            <a:extLst>
              <a:ext uri="{FF2B5EF4-FFF2-40B4-BE49-F238E27FC236}">
                <a16:creationId xmlns:a16="http://schemas.microsoft.com/office/drawing/2014/main" id="{15386845-69EC-4DB3-8CF6-CA7FA2422A7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grpSp>
        <p:nvGrpSpPr>
          <p:cNvPr id="23" name="灰色音訊">
            <a:extLst>
              <a:ext uri="{FF2B5EF4-FFF2-40B4-BE49-F238E27FC236}">
                <a16:creationId xmlns:a16="http://schemas.microsoft.com/office/drawing/2014/main" id="{935FD6CA-4820-4120-A2A1-CBBA1651B93A}"/>
              </a:ext>
            </a:extLst>
          </p:cNvPr>
          <p:cNvGrpSpPr/>
          <p:nvPr/>
        </p:nvGrpSpPr>
        <p:grpSpPr>
          <a:xfrm>
            <a:off x="7324941" y="3281020"/>
            <a:ext cx="1030590" cy="370976"/>
            <a:chOff x="1421298" y="3337508"/>
            <a:chExt cx="1030590" cy="370976"/>
          </a:xfrm>
        </p:grpSpPr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B1A0C914-0FB7-4357-8945-6FDA283D57BF}"/>
                </a:ext>
              </a:extLst>
            </p:cNvPr>
            <p:cNvGrpSpPr/>
            <p:nvPr/>
          </p:nvGrpSpPr>
          <p:grpSpPr>
            <a:xfrm>
              <a:off x="1421298" y="3337508"/>
              <a:ext cx="448114" cy="370976"/>
              <a:chOff x="1421298" y="3253100"/>
              <a:chExt cx="448114" cy="370976"/>
            </a:xfrm>
          </p:grpSpPr>
          <p:pic>
            <p:nvPicPr>
              <p:cNvPr id="31" name="圖片 30">
                <a:extLst>
                  <a:ext uri="{FF2B5EF4-FFF2-40B4-BE49-F238E27FC236}">
                    <a16:creationId xmlns:a16="http://schemas.microsoft.com/office/drawing/2014/main" id="{090343B0-8AB8-4F21-B968-AFE196C899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1298" y="3253100"/>
                <a:ext cx="448114" cy="324654"/>
              </a:xfrm>
              <a:prstGeom prst="rect">
                <a:avLst/>
              </a:prstGeom>
            </p:spPr>
          </p:pic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FF0C69E1-8A75-480B-8EE9-E26F6A3A624B}"/>
                  </a:ext>
                </a:extLst>
              </p:cNvPr>
              <p:cNvSpPr txBox="1"/>
              <p:nvPr/>
            </p:nvSpPr>
            <p:spPr>
              <a:xfrm>
                <a:off x="1462451" y="3335023"/>
                <a:ext cx="365807" cy="289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1200"/>
                  </a:spcBef>
                  <a:buClr>
                    <a:srgbClr val="FC8D89"/>
                  </a:buClr>
                </a:pPr>
                <a:r>
                  <a:rPr lang="en-US" altLang="zh-TW" sz="1100" b="1" dirty="0">
                    <a:solidFill>
                      <a:schemeClr val="bg1"/>
                    </a:solidFill>
                    <a:latin typeface="台灣楷體" panose="02010604000101010101" pitchFamily="2" charset="-120"/>
                    <a:ea typeface="台灣楷體" panose="02010604000101010101" pitchFamily="2" charset="-120"/>
                  </a:rPr>
                  <a:t>01</a:t>
                </a:r>
                <a:endParaRPr lang="zh-TW" altLang="en-US" sz="1100" b="1" dirty="0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endParaRPr>
              </a:p>
            </p:txBody>
          </p:sp>
        </p:grp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CC1AF7C6-3094-4940-8B5F-A848D0809AE0}"/>
                </a:ext>
              </a:extLst>
            </p:cNvPr>
            <p:cNvGrpSpPr/>
            <p:nvPr/>
          </p:nvGrpSpPr>
          <p:grpSpPr>
            <a:xfrm>
              <a:off x="2003774" y="3337508"/>
              <a:ext cx="448114" cy="370976"/>
              <a:chOff x="1421298" y="3253100"/>
              <a:chExt cx="448114" cy="370976"/>
            </a:xfrm>
          </p:grpSpPr>
          <p:pic>
            <p:nvPicPr>
              <p:cNvPr id="29" name="圖片 28">
                <a:extLst>
                  <a:ext uri="{FF2B5EF4-FFF2-40B4-BE49-F238E27FC236}">
                    <a16:creationId xmlns:a16="http://schemas.microsoft.com/office/drawing/2014/main" id="{DA0338C5-85E9-453D-BD0A-8B213B64C0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1298" y="3253100"/>
                <a:ext cx="448114" cy="324654"/>
              </a:xfrm>
              <a:prstGeom prst="rect">
                <a:avLst/>
              </a:prstGeom>
            </p:spPr>
          </p:pic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EC100A1-3781-444E-BFAF-81758FAC8EE3}"/>
                  </a:ext>
                </a:extLst>
              </p:cNvPr>
              <p:cNvSpPr txBox="1"/>
              <p:nvPr/>
            </p:nvSpPr>
            <p:spPr>
              <a:xfrm>
                <a:off x="1462451" y="3335023"/>
                <a:ext cx="365807" cy="289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1200"/>
                  </a:spcBef>
                  <a:buClr>
                    <a:srgbClr val="FC8D89"/>
                  </a:buClr>
                </a:pPr>
                <a:r>
                  <a:rPr lang="en-US" altLang="zh-TW" sz="1100" b="1" dirty="0">
                    <a:solidFill>
                      <a:schemeClr val="bg1"/>
                    </a:solidFill>
                    <a:latin typeface="台灣楷體" panose="02010604000101010101" pitchFamily="2" charset="-120"/>
                    <a:ea typeface="台灣楷體" panose="02010604000101010101" pitchFamily="2" charset="-120"/>
                  </a:rPr>
                  <a:t>02</a:t>
                </a:r>
                <a:endParaRPr lang="zh-TW" altLang="en-US" sz="1100" b="1" dirty="0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endParaRPr>
              </a:p>
            </p:txBody>
          </p:sp>
        </p:grpSp>
      </p:grpSp>
      <p:pic>
        <p:nvPicPr>
          <p:cNvPr id="47" name="翻譯按鈕">
            <a:extLst>
              <a:ext uri="{FF2B5EF4-FFF2-40B4-BE49-F238E27FC236}">
                <a16:creationId xmlns:a16="http://schemas.microsoft.com/office/drawing/2014/main" id="{E4841B11-229E-4D0C-8BB3-8E9DA8322C5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679" y="257566"/>
            <a:ext cx="567001" cy="567001"/>
          </a:xfrm>
          <a:prstGeom prst="rect">
            <a:avLst/>
          </a:prstGeom>
        </p:spPr>
      </p:pic>
      <p:grpSp>
        <p:nvGrpSpPr>
          <p:cNvPr id="17" name="頁碼">
            <a:extLst>
              <a:ext uri="{FF2B5EF4-FFF2-40B4-BE49-F238E27FC236}">
                <a16:creationId xmlns:a16="http://schemas.microsoft.com/office/drawing/2014/main" id="{E09E7E18-E890-45A2-B3E3-6D7AFED3CE47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1EFD9C4E-386B-4C17-94DD-DBA9BAAB6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5DFAE767-A17F-4FB8-A57F-8EF920CACCD8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006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2" name="001P006 手機仔01(00_18)">
            <a:hlinkClick r:id="" action="ppaction://media"/>
            <a:extLst>
              <a:ext uri="{FF2B5EF4-FFF2-40B4-BE49-F238E27FC236}">
                <a16:creationId xmlns:a16="http://schemas.microsoft.com/office/drawing/2014/main" id="{1413C464-3364-493D-9D35-C654B36FFF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551" y="257566"/>
            <a:ext cx="567001" cy="567001"/>
          </a:xfrm>
          <a:prstGeom prst="rect">
            <a:avLst/>
          </a:prstGeom>
        </p:spPr>
      </p:pic>
      <p:pic>
        <p:nvPicPr>
          <p:cNvPr id="38" name="001P006 註解-01閃爍(00_01)">
            <a:hlinkClick r:id="" action="ppaction://media"/>
            <a:extLst>
              <a:ext uri="{FF2B5EF4-FFF2-40B4-BE49-F238E27FC236}">
                <a16:creationId xmlns:a16="http://schemas.microsoft.com/office/drawing/2014/main" id="{D870020B-C1A3-46C9-8D75-9EA2D38E70F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405" y="3281020"/>
            <a:ext cx="448114" cy="320081"/>
          </a:xfrm>
          <a:prstGeom prst="rect">
            <a:avLst/>
          </a:prstGeom>
        </p:spPr>
      </p:pic>
      <p:pic>
        <p:nvPicPr>
          <p:cNvPr id="39" name="001P006 註解-02莫(00_01)">
            <a:hlinkClick r:id="" action="ppaction://media"/>
            <a:extLst>
              <a:ext uri="{FF2B5EF4-FFF2-40B4-BE49-F238E27FC236}">
                <a16:creationId xmlns:a16="http://schemas.microsoft.com/office/drawing/2014/main" id="{B479C011-9605-43F3-B9C8-2AB312032FD5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356" y="3281020"/>
            <a:ext cx="448114" cy="320081"/>
          </a:xfrm>
          <a:prstGeom prst="rect">
            <a:avLst/>
          </a:prstGeom>
        </p:spPr>
      </p:pic>
      <p:pic>
        <p:nvPicPr>
          <p:cNvPr id="14" name="台羅按鈕">
            <a:extLst>
              <a:ext uri="{FF2B5EF4-FFF2-40B4-BE49-F238E27FC236}">
                <a16:creationId xmlns:a16="http://schemas.microsoft.com/office/drawing/2014/main" id="{855045B6-BD5E-4223-88F7-CF8B9B6A96F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069" y="257566"/>
            <a:ext cx="567001" cy="567001"/>
          </a:xfrm>
          <a:prstGeom prst="rect">
            <a:avLst/>
          </a:prstGeom>
        </p:spPr>
      </p:pic>
      <p:grpSp>
        <p:nvGrpSpPr>
          <p:cNvPr id="40" name="台羅文字">
            <a:extLst>
              <a:ext uri="{FF2B5EF4-FFF2-40B4-BE49-F238E27FC236}">
                <a16:creationId xmlns:a16="http://schemas.microsoft.com/office/drawing/2014/main" id="{50DEAD47-F2C1-4878-80A3-B223E6B18A0D}"/>
              </a:ext>
            </a:extLst>
          </p:cNvPr>
          <p:cNvGrpSpPr/>
          <p:nvPr/>
        </p:nvGrpSpPr>
        <p:grpSpPr>
          <a:xfrm>
            <a:off x="18284614" y="3423681"/>
            <a:ext cx="8834244" cy="2130827"/>
            <a:chOff x="9220638" y="3384492"/>
            <a:chExt cx="8834244" cy="2130827"/>
          </a:xfrm>
        </p:grpSpPr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218DCAB7-A79D-445E-9DFB-470F3C355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4492"/>
              <a:ext cx="8834244" cy="2130827"/>
            </a:xfrm>
            <a:prstGeom prst="rect">
              <a:avLst/>
            </a:prstGeom>
          </p:spPr>
        </p:pic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A336A49A-5474-496F-9291-0BD3753F9BCD}"/>
                </a:ext>
              </a:extLst>
            </p:cNvPr>
            <p:cNvSpPr txBox="1"/>
            <p:nvPr/>
          </p:nvSpPr>
          <p:spPr>
            <a:xfrm>
              <a:off x="11218739" y="3553610"/>
              <a:ext cx="6560106" cy="1806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Lí khuànn lí khuànn thinn-tíng ê gue̍h-niû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Lí khuànn lí khuànn </a:t>
              </a:r>
              <a:r>
                <a:rPr lang="en-US" altLang="zh-TW" sz="2200" b="1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siám-sih</a:t>
              </a:r>
              <a:r>
                <a:rPr lang="en-US" altLang="zh-TW" sz="2000" b="1" baseline="30000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1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 ê liû-tshinn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Mài</a:t>
              </a:r>
              <a:r>
                <a:rPr lang="en-US" altLang="zh-TW" sz="2000" b="1" baseline="30000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2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 khuànn mài khuànn lí ê tshiú-ki-á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Khuànn lí pinn-á ê hué-kim-koo ū guā siau-iâu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15" name="課文放大按鈕">
            <a:hlinkClick r:id="rId25" action="ppaction://hlinksldjump"/>
            <a:extLst>
              <a:ext uri="{FF2B5EF4-FFF2-40B4-BE49-F238E27FC236}">
                <a16:creationId xmlns:a16="http://schemas.microsoft.com/office/drawing/2014/main" id="{FC46E28B-57D5-4076-88D3-1AC72C8E95C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459" y="257566"/>
            <a:ext cx="567001" cy="567001"/>
          </a:xfrm>
          <a:prstGeom prst="rect">
            <a:avLst/>
          </a:prstGeom>
        </p:spPr>
      </p:pic>
      <p:pic>
        <p:nvPicPr>
          <p:cNvPr id="43" name="影片-按鈕">
            <a:hlinkClick r:id="rId27" action="ppaction://hlinksldjump"/>
            <a:extLst>
              <a:ext uri="{FF2B5EF4-FFF2-40B4-BE49-F238E27FC236}">
                <a16:creationId xmlns:a16="http://schemas.microsoft.com/office/drawing/2014/main" id="{74BD70E4-4348-4C10-86C4-41E420790686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081" y="311447"/>
            <a:ext cx="555570" cy="452687"/>
          </a:xfrm>
          <a:prstGeom prst="rect">
            <a:avLst/>
          </a:prstGeom>
        </p:spPr>
      </p:pic>
      <p:pic>
        <p:nvPicPr>
          <p:cNvPr id="46" name="影片(全)-按鈕">
            <a:hlinkClick r:id="rId29" action="ppaction://hlinksldjump"/>
            <a:extLst>
              <a:ext uri="{FF2B5EF4-FFF2-40B4-BE49-F238E27FC236}">
                <a16:creationId xmlns:a16="http://schemas.microsoft.com/office/drawing/2014/main" id="{25D6B7EF-0E72-49EE-A3B0-E7F063FEFC1E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044" y="311447"/>
            <a:ext cx="629645" cy="510301"/>
          </a:xfrm>
          <a:prstGeom prst="rect">
            <a:avLst/>
          </a:prstGeom>
        </p:spPr>
      </p:pic>
      <p:grpSp>
        <p:nvGrpSpPr>
          <p:cNvPr id="48" name="群組 47">
            <a:extLst>
              <a:ext uri="{FF2B5EF4-FFF2-40B4-BE49-F238E27FC236}">
                <a16:creationId xmlns:a16="http://schemas.microsoft.com/office/drawing/2014/main" id="{B00CFA8C-4311-4D3D-A296-88A91C4557EF}"/>
              </a:ext>
            </a:extLst>
          </p:cNvPr>
          <p:cNvGrpSpPr/>
          <p:nvPr/>
        </p:nvGrpSpPr>
        <p:grpSpPr>
          <a:xfrm>
            <a:off x="6391551" y="936423"/>
            <a:ext cx="2196522" cy="720000"/>
            <a:chOff x="3629469" y="3139565"/>
            <a:chExt cx="2196522" cy="7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95B85ABB-A292-4DF5-A5FF-F5C5D04C860B}"/>
                </a:ext>
              </a:extLst>
            </p:cNvPr>
            <p:cNvGrpSpPr/>
            <p:nvPr/>
          </p:nvGrpSpPr>
          <p:grpSpPr>
            <a:xfrm>
              <a:off x="4066090" y="3272680"/>
              <a:ext cx="1759901" cy="453770"/>
              <a:chOff x="4499999" y="2253098"/>
              <a:chExt cx="1759901" cy="453770"/>
            </a:xfrm>
          </p:grpSpPr>
          <p:pic>
            <p:nvPicPr>
              <p:cNvPr id="51" name="圖片 50">
                <a:extLst>
                  <a:ext uri="{FF2B5EF4-FFF2-40B4-BE49-F238E27FC236}">
                    <a16:creationId xmlns:a16="http://schemas.microsoft.com/office/drawing/2014/main" id="{FA596D40-A7A6-469C-9AFC-74B9A72607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3" r="58729"/>
              <a:stretch/>
            </p:blipFill>
            <p:spPr>
              <a:xfrm>
                <a:off x="4499999" y="2253098"/>
                <a:ext cx="1759901" cy="453770"/>
              </a:xfrm>
              <a:prstGeom prst="rect">
                <a:avLst/>
              </a:prstGeom>
            </p:spPr>
          </p:pic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766E29B8-559C-43B3-92BD-4CCABBC33382}"/>
                  </a:ext>
                </a:extLst>
              </p:cNvPr>
              <p:cNvSpPr txBox="1"/>
              <p:nvPr/>
            </p:nvSpPr>
            <p:spPr>
              <a:xfrm>
                <a:off x="4753878" y="2346830"/>
                <a:ext cx="150602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TW" altLang="en-US" sz="10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盧廣仲</a:t>
                </a:r>
                <a:r>
                  <a:rPr lang="en-US" altLang="zh-TW" sz="10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-</a:t>
                </a:r>
                <a:r>
                  <a:rPr lang="zh-TW" altLang="en-US" sz="10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手機仔 </a:t>
                </a:r>
                <a:r>
                  <a:rPr lang="en-US" altLang="zh-TW" sz="10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MV</a:t>
                </a:r>
                <a:endParaRPr lang="zh-TW" altLang="en-US" sz="10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pic>
          <p:nvPicPr>
            <p:cNvPr id="50" name="圖片 49">
              <a:hlinkClick r:id="rId32"/>
              <a:extLst>
                <a:ext uri="{FF2B5EF4-FFF2-40B4-BE49-F238E27FC236}">
                  <a16:creationId xmlns:a16="http://schemas.microsoft.com/office/drawing/2014/main" id="{D32CC6E7-1E8F-4676-8FF1-9DF1AE5E4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9469" y="3139565"/>
              <a:ext cx="689342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212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18000" fill="hold" nodeType="afterEffect" p14:presetBounceEnd="1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18000">
                                          <p:cBhvr additive="base">
                                            <p:cTn id="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18000">
                                          <p:cBhvr additive="base">
                                            <p:cTn id="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5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6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8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59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1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65" restart="whenNotActive" fill="hold" evtFilter="cancelBubble" nodeType="interactiveSeq">
                    <p:stCondLst>
                      <p:cond evt="onClick" delay="0">
                        <p:tgtEl>
                          <p:spTgt spid="4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6" fill="hold">
                          <p:stCondLst>
                            <p:cond delay="0"/>
                          </p:stCondLst>
                          <p:childTnLst>
                            <p:par>
                              <p:cTn id="6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8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.55556E-7 2.94363E-7 L -1.00382 2.94363E-7 " pathEditMode="relative" rAng="0" ptsTypes="AA">
                                          <p:cBhvr>
                                            <p:cTn id="71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0191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2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8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82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83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85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7"/>
                      </p:tgtEl>
                    </p:cond>
                  </p:nextCondLst>
                </p:seq>
                <p:seq concurrent="1" nextAc="seek">
                  <p:cTn id="86" restart="whenNotActive" fill="hold" evtFilter="cancelBubble" nodeType="interactiveSeq">
                    <p:stCondLst>
                      <p:cond evt="onClick" delay="0">
                        <p:tgtEl>
                          <p:spTgt spid="4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7" fill="hold">
                          <p:stCondLst>
                            <p:cond delay="0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1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50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9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4" presetClass="entr" presetSubtype="1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00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3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7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09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4"/>
                      </p:tgtEl>
                    </p:cond>
                  </p:nextCondLst>
                </p:seq>
                <p:seq concurrent="1" nextAc="seek">
                  <p:cTn id="110" restart="whenNotActive" fill="hold" evtFilter="cancelBubble" nodeType="interactiveSeq">
                    <p:stCondLst>
                      <p:cond evt="onClick" delay="0">
                        <p:tgtEl>
                          <p:spTgt spid="4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1" fill="hold">
                          <p:stCondLst>
                            <p:cond delay="0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5" presetID="64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11111E-6 1.31075E-6 L -1.11111E-6 -0.42683 " pathEditMode="relative" rAng="0" ptsTypes="AA">
                                          <p:cBhvr>
                                            <p:cTn id="11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35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7" presetID="14" presetClass="entr" presetSubtype="1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1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2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3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9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31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5"/>
                      </p:tgtEl>
                    </p:cond>
                  </p:nextCondLst>
                </p:seq>
                <p:seq concurrent="1" nextAc="seek">
                  <p:cTn id="132" restart="whenNotActive" fill="hold" evtFilter="cancelBubble" nodeType="interactiveSeq">
                    <p:stCondLst>
                      <p:cond evt="onClick" delay="0">
                        <p:tgtEl>
                          <p:spTgt spid="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3" fill="hold">
                          <p:stCondLst>
                            <p:cond delay="0"/>
                          </p:stCondLst>
                          <p:childTnLst>
                            <p:par>
                              <p:cTn id="1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5" presetID="1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41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"/>
                      </p:tgtEl>
                    </p:cond>
                  </p:nextCondLst>
                </p:seq>
                <p:seq concurrent="1" nextAc="seek">
                  <p:cTn id="142" restart="whenNotActive" fill="hold" evtFilter="cancelBubble" nodeType="interactiveSeq">
                    <p:stCondLst>
                      <p:cond evt="onClick" delay="0">
                        <p:tgtEl>
                          <p:spTgt spid="3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3" fill="hold">
                          <p:stCondLst>
                            <p:cond delay="0"/>
                          </p:stCondLst>
                          <p:childTnLst>
                            <p:par>
                              <p:cTn id="1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5" presetID="1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7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9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51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3"/>
                      </p:tgtEl>
                    </p:cond>
                  </p:nextCondLst>
                </p:seq>
                <p:seq concurrent="1" nextAc="seek">
                  <p:cTn id="152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53" fill="hold">
                          <p:stCondLst>
                            <p:cond delay="0"/>
                          </p:stCondLst>
                          <p:childTnLst>
                            <p:par>
                              <p:cTn id="1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5" presetID="1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audio>
                  <p:cMediaNode vol="80000">
                    <p:cTn id="15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158" restart="whenNotActive" fill="hold" evtFilter="cancelBubble" nodeType="interactiveSeq">
                    <p:stCondLst>
                      <p:cond evt="onClick" delay="0">
                        <p:tgtEl>
                          <p:spTgt spid="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59" fill="hold">
                          <p:stCondLst>
                            <p:cond delay="0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162" dur="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"/>
                      </p:tgtEl>
                    </p:cond>
                  </p:nextCondLst>
                </p:seq>
                <p:seq concurrent="1" nextAc="seek">
                  <p:cTn id="163" restart="whenNotActive" fill="hold" evtFilter="cancelBubble" nodeType="interactiveSeq">
                    <p:stCondLst>
                      <p:cond evt="onClick" delay="0">
                        <p:tgtEl>
                          <p:spTgt spid="3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64" fill="hold">
                          <p:stCondLst>
                            <p:cond delay="0"/>
                          </p:stCondLst>
                          <p:childTnLst>
                            <p:par>
                              <p:cTn id="1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6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167" dur="1" fill="hold"/>
                                            <p:tgtEl>
                                              <p:spTgt spid="3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8"/>
                      </p:tgtEl>
                    </p:cond>
                  </p:nextCondLst>
                </p:seq>
                <p:seq concurrent="1" nextAc="seek">
                  <p:cTn id="168" restart="whenNotActive" fill="hold" evtFilter="cancelBubble" nodeType="interactiveSeq">
                    <p:stCondLst>
                      <p:cond evt="onClick" delay="0">
                        <p:tgtEl>
                          <p:spTgt spid="3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69" fill="hold">
                          <p:stCondLst>
                            <p:cond delay="0"/>
                          </p:stCondLst>
                          <p:childTnLst>
                            <p:par>
                              <p:cTn id="1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1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172" dur="1" fill="hold"/>
                                            <p:tgtEl>
                                              <p:spTgt spid="39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9"/>
                      </p:tgtEl>
                    </p:cond>
                  </p:nextCondLst>
                </p:seq>
                <p:audio>
                  <p:cMediaNode vol="80000">
                    <p:cTn id="173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8"/>
                    </p:tgtEl>
                  </p:cMediaNode>
                </p:audio>
                <p:audio>
                  <p:cMediaNode vol="80000">
                    <p:cTn id="1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9"/>
                    </p:tgtEl>
                  </p:cMediaNode>
                </p:audio>
                <p:seq concurrent="1" nextAc="seek">
                  <p:cTn id="175" restart="whenNotActive" fill="hold" evtFilter="cancelBubble" nodeType="interactiveSeq">
                    <p:stCondLst>
                      <p:cond evt="onClick" delay="0">
                        <p:tgtEl>
                          <p:spTgt spid="1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76" fill="hold">
                          <p:stCondLst>
                            <p:cond delay="0"/>
                          </p:stCondLst>
                          <p:childTnLst>
                            <p:par>
                              <p:cTn id="1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8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0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2.59372E-6 L -1.99653 2.59372E-6 " pathEditMode="relative" rAng="0" ptsTypes="AA">
                                          <p:cBhvr>
                                            <p:cTn id="181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9982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2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4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6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90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91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93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94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"/>
                      </p:tgtEl>
                    </p:cond>
                  </p:nextCondLst>
                </p:seq>
                <p:seq concurrent="1" nextAc="seek">
                  <p:cTn id="196" restart="whenNotActive" fill="hold" evtFilter="cancelBubble" nodeType="interactiveSeq">
                    <p:stCondLst>
                      <p:cond evt="onClick" delay="0">
                        <p:tgtEl>
                          <p:spTgt spid="4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97" fill="hold">
                          <p:stCondLst>
                            <p:cond delay="0"/>
                          </p:stCondLst>
                          <p:childTnLst>
                            <p:par>
                              <p:cTn id="19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9" presetID="1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0"/>
                      </p:tgtEl>
                    </p:cond>
                  </p:nextCondLst>
                </p:seq>
              </p:childTnLst>
            </p:cTn>
          </p:par>
        </p:tnLst>
        <p:bldLst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18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5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6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8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59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1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65" restart="whenNotActive" fill="hold" evtFilter="cancelBubble" nodeType="interactiveSeq">
                    <p:stCondLst>
                      <p:cond evt="onClick" delay="0">
                        <p:tgtEl>
                          <p:spTgt spid="4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6" fill="hold">
                          <p:stCondLst>
                            <p:cond delay="0"/>
                          </p:stCondLst>
                          <p:childTnLst>
                            <p:par>
                              <p:cTn id="6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8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.55556E-7 2.94363E-7 L -1.00382 2.94363E-7 " pathEditMode="relative" rAng="0" ptsTypes="AA">
                                          <p:cBhvr>
                                            <p:cTn id="71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0191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2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8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82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83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85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7"/>
                      </p:tgtEl>
                    </p:cond>
                  </p:nextCondLst>
                </p:seq>
                <p:seq concurrent="1" nextAc="seek">
                  <p:cTn id="86" restart="whenNotActive" fill="hold" evtFilter="cancelBubble" nodeType="interactiveSeq">
                    <p:stCondLst>
                      <p:cond evt="onClick" delay="0">
                        <p:tgtEl>
                          <p:spTgt spid="4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7" fill="hold">
                          <p:stCondLst>
                            <p:cond delay="0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1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50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9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4" presetClass="entr" presetSubtype="1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00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3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7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09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4"/>
                      </p:tgtEl>
                    </p:cond>
                  </p:nextCondLst>
                </p:seq>
                <p:seq concurrent="1" nextAc="seek">
                  <p:cTn id="110" restart="whenNotActive" fill="hold" evtFilter="cancelBubble" nodeType="interactiveSeq">
                    <p:stCondLst>
                      <p:cond evt="onClick" delay="0">
                        <p:tgtEl>
                          <p:spTgt spid="4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1" fill="hold">
                          <p:stCondLst>
                            <p:cond delay="0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5" presetID="64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11111E-6 1.31075E-6 L -1.11111E-6 -0.42683 " pathEditMode="relative" rAng="0" ptsTypes="AA">
                                          <p:cBhvr>
                                            <p:cTn id="11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35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7" presetID="14" presetClass="entr" presetSubtype="1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1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2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3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9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31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5"/>
                      </p:tgtEl>
                    </p:cond>
                  </p:nextCondLst>
                </p:seq>
                <p:seq concurrent="1" nextAc="seek">
                  <p:cTn id="132" restart="whenNotActive" fill="hold" evtFilter="cancelBubble" nodeType="interactiveSeq">
                    <p:stCondLst>
                      <p:cond evt="onClick" delay="0">
                        <p:tgtEl>
                          <p:spTgt spid="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3" fill="hold">
                          <p:stCondLst>
                            <p:cond delay="0"/>
                          </p:stCondLst>
                          <p:childTnLst>
                            <p:par>
                              <p:cTn id="1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5" presetID="1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41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"/>
                      </p:tgtEl>
                    </p:cond>
                  </p:nextCondLst>
                </p:seq>
                <p:seq concurrent="1" nextAc="seek">
                  <p:cTn id="142" restart="whenNotActive" fill="hold" evtFilter="cancelBubble" nodeType="interactiveSeq">
                    <p:stCondLst>
                      <p:cond evt="onClick" delay="0">
                        <p:tgtEl>
                          <p:spTgt spid="3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3" fill="hold">
                          <p:stCondLst>
                            <p:cond delay="0"/>
                          </p:stCondLst>
                          <p:childTnLst>
                            <p:par>
                              <p:cTn id="1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5" presetID="1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7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9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51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3"/>
                      </p:tgtEl>
                    </p:cond>
                  </p:nextCondLst>
                </p:seq>
                <p:seq concurrent="1" nextAc="seek">
                  <p:cTn id="152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53" fill="hold">
                          <p:stCondLst>
                            <p:cond delay="0"/>
                          </p:stCondLst>
                          <p:childTnLst>
                            <p:par>
                              <p:cTn id="1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5" presetID="1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audio>
                  <p:cMediaNode vol="80000">
                    <p:cTn id="15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158" restart="whenNotActive" fill="hold" evtFilter="cancelBubble" nodeType="interactiveSeq">
                    <p:stCondLst>
                      <p:cond evt="onClick" delay="0">
                        <p:tgtEl>
                          <p:spTgt spid="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59" fill="hold">
                          <p:stCondLst>
                            <p:cond delay="0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162" dur="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"/>
                      </p:tgtEl>
                    </p:cond>
                  </p:nextCondLst>
                </p:seq>
                <p:seq concurrent="1" nextAc="seek">
                  <p:cTn id="163" restart="whenNotActive" fill="hold" evtFilter="cancelBubble" nodeType="interactiveSeq">
                    <p:stCondLst>
                      <p:cond evt="onClick" delay="0">
                        <p:tgtEl>
                          <p:spTgt spid="3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64" fill="hold">
                          <p:stCondLst>
                            <p:cond delay="0"/>
                          </p:stCondLst>
                          <p:childTnLst>
                            <p:par>
                              <p:cTn id="1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6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167" dur="1" fill="hold"/>
                                            <p:tgtEl>
                                              <p:spTgt spid="3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8"/>
                      </p:tgtEl>
                    </p:cond>
                  </p:nextCondLst>
                </p:seq>
                <p:seq concurrent="1" nextAc="seek">
                  <p:cTn id="168" restart="whenNotActive" fill="hold" evtFilter="cancelBubble" nodeType="interactiveSeq">
                    <p:stCondLst>
                      <p:cond evt="onClick" delay="0">
                        <p:tgtEl>
                          <p:spTgt spid="3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69" fill="hold">
                          <p:stCondLst>
                            <p:cond delay="0"/>
                          </p:stCondLst>
                          <p:childTnLst>
                            <p:par>
                              <p:cTn id="1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1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172" dur="1" fill="hold"/>
                                            <p:tgtEl>
                                              <p:spTgt spid="39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9"/>
                      </p:tgtEl>
                    </p:cond>
                  </p:nextCondLst>
                </p:seq>
                <p:audio>
                  <p:cMediaNode vol="80000">
                    <p:cTn id="173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8"/>
                    </p:tgtEl>
                  </p:cMediaNode>
                </p:audio>
                <p:audio>
                  <p:cMediaNode vol="80000">
                    <p:cTn id="1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9"/>
                    </p:tgtEl>
                  </p:cMediaNode>
                </p:audio>
                <p:seq concurrent="1" nextAc="seek">
                  <p:cTn id="175" restart="whenNotActive" fill="hold" evtFilter="cancelBubble" nodeType="interactiveSeq">
                    <p:stCondLst>
                      <p:cond evt="onClick" delay="0">
                        <p:tgtEl>
                          <p:spTgt spid="1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76" fill="hold">
                          <p:stCondLst>
                            <p:cond delay="0"/>
                          </p:stCondLst>
                          <p:childTnLst>
                            <p:par>
                              <p:cTn id="1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8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0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2.59372E-6 L -1.99653 2.59372E-6 " pathEditMode="relative" rAng="0" ptsTypes="AA">
                                          <p:cBhvr>
                                            <p:cTn id="181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9982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2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4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6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90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91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193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94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"/>
                      </p:tgtEl>
                    </p:cond>
                  </p:nextCondLst>
                </p:seq>
                <p:seq concurrent="1" nextAc="seek">
                  <p:cTn id="196" restart="whenNotActive" fill="hold" evtFilter="cancelBubble" nodeType="interactiveSeq">
                    <p:stCondLst>
                      <p:cond evt="onClick" delay="0">
                        <p:tgtEl>
                          <p:spTgt spid="4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97" fill="hold">
                          <p:stCondLst>
                            <p:cond delay="0"/>
                          </p:stCondLst>
                          <p:childTnLst>
                            <p:par>
                              <p:cTn id="19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9" presetID="1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0"/>
                      </p:tgtEl>
                    </p:cond>
                  </p:nextCondLst>
                </p:seq>
              </p:childTnLst>
            </p:cTn>
          </p:par>
        </p:tnLst>
        <p:bldLst>
          <p:bldP spid="10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CA649055-161F-4050-A83B-E230CA8C9F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2999468B-FEDF-4F0E-B752-9F19535C0F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E6960DE-F734-4A59-ABC9-EDF5DAB42D7D}"/>
              </a:ext>
            </a:extLst>
          </p:cNvPr>
          <p:cNvSpPr txBox="1"/>
          <p:nvPr/>
        </p:nvSpPr>
        <p:spPr>
          <a:xfrm>
            <a:off x="2434508" y="962356"/>
            <a:ext cx="6110899" cy="2424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你看你看 </a:t>
            </a:r>
            <a:r>
              <a:rPr lang="en-US" altLang="zh-TW" sz="2800" b="1" u="sng">
                <a:solidFill>
                  <a:srgbClr val="5A977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la-jí-ooh</a:t>
            </a:r>
            <a:r>
              <a:rPr lang="en-US" altLang="zh-TW" sz="2400" b="1" u="sng" baseline="30000">
                <a:solidFill>
                  <a:srgbClr val="5A977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★</a:t>
            </a: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咧唱歌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你看你看 溫柔吉他聲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莫看莫看 無聊的</a:t>
            </a:r>
            <a:r>
              <a:rPr lang="zh-TW" altLang="en-US" sz="2800" b="1" u="sng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盤撋</a:t>
            </a:r>
            <a:r>
              <a:rPr lang="en-US" altLang="zh-TW" sz="2800" b="1" u="sng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3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若是 我叫 你的名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你敢會聽著我</a:t>
            </a:r>
            <a:endParaRPr lang="zh-TW" altLang="en-US" sz="2800" b="1" dirty="0">
              <a:solidFill>
                <a:srgbClr val="3D3935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pic>
        <p:nvPicPr>
          <p:cNvPr id="24" name="翻譯按鈕">
            <a:extLst>
              <a:ext uri="{FF2B5EF4-FFF2-40B4-BE49-F238E27FC236}">
                <a16:creationId xmlns:a16="http://schemas.microsoft.com/office/drawing/2014/main" id="{BC6F13A5-E042-4194-82BA-49BA265436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134" y="257566"/>
            <a:ext cx="567001" cy="567001"/>
          </a:xfrm>
          <a:prstGeom prst="rect">
            <a:avLst/>
          </a:prstGeom>
        </p:spPr>
      </p:pic>
      <p:sp>
        <p:nvSpPr>
          <p:cNvPr id="27" name="註解點選框-3">
            <a:extLst>
              <a:ext uri="{FF2B5EF4-FFF2-40B4-BE49-F238E27FC236}">
                <a16:creationId xmlns:a16="http://schemas.microsoft.com/office/drawing/2014/main" id="{FEF55766-A31D-4D3F-9651-7E87A84A0F00}"/>
              </a:ext>
            </a:extLst>
          </p:cNvPr>
          <p:cNvSpPr/>
          <p:nvPr/>
        </p:nvSpPr>
        <p:spPr>
          <a:xfrm>
            <a:off x="5094979" y="1940211"/>
            <a:ext cx="1127529" cy="50729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註解點選框-★">
            <a:extLst>
              <a:ext uri="{FF2B5EF4-FFF2-40B4-BE49-F238E27FC236}">
                <a16:creationId xmlns:a16="http://schemas.microsoft.com/office/drawing/2014/main" id="{38A61144-54FE-4716-A50E-ED4DD9C0D93F}"/>
              </a:ext>
            </a:extLst>
          </p:cNvPr>
          <p:cNvSpPr/>
          <p:nvPr/>
        </p:nvSpPr>
        <p:spPr>
          <a:xfrm>
            <a:off x="4039938" y="1022720"/>
            <a:ext cx="1648541" cy="4489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8" name="註解文字03">
            <a:extLst>
              <a:ext uri="{FF2B5EF4-FFF2-40B4-BE49-F238E27FC236}">
                <a16:creationId xmlns:a16="http://schemas.microsoft.com/office/drawing/2014/main" id="{B294FF5A-61D3-4189-9FA4-EBBD74F1E5C7}"/>
              </a:ext>
            </a:extLst>
          </p:cNvPr>
          <p:cNvGrpSpPr/>
          <p:nvPr/>
        </p:nvGrpSpPr>
        <p:grpSpPr>
          <a:xfrm>
            <a:off x="27252" y="3404445"/>
            <a:ext cx="8834244" cy="2135399"/>
            <a:chOff x="28216" y="3382206"/>
            <a:chExt cx="8834244" cy="2135399"/>
          </a:xfrm>
        </p:grpSpPr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5217F85E-4B2C-4465-AD54-928526383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C70C4C91-344F-4EE3-B974-4B6934D54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0288" y="3799623"/>
              <a:ext cx="1815627" cy="457303"/>
            </a:xfrm>
            <a:prstGeom prst="rect">
              <a:avLst/>
            </a:prstGeom>
          </p:spPr>
        </p:pic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CB7E8171-C178-48DD-A4BA-E14F1561A9F3}"/>
                </a:ext>
              </a:extLst>
            </p:cNvPr>
            <p:cNvSpPr txBox="1"/>
            <p:nvPr/>
          </p:nvSpPr>
          <p:spPr>
            <a:xfrm>
              <a:off x="1421298" y="4227473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puânn-nuá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147A6937-203F-4201-9AA9-B01E5726B143}"/>
                </a:ext>
              </a:extLst>
            </p:cNvPr>
            <p:cNvSpPr txBox="1"/>
            <p:nvPr/>
          </p:nvSpPr>
          <p:spPr>
            <a:xfrm>
              <a:off x="1421298" y="4683985"/>
              <a:ext cx="7073728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交際應酬。指人與人之間互相交往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</p:grpSp>
      <p:grpSp>
        <p:nvGrpSpPr>
          <p:cNvPr id="33" name="翻譯文字">
            <a:extLst>
              <a:ext uri="{FF2B5EF4-FFF2-40B4-BE49-F238E27FC236}">
                <a16:creationId xmlns:a16="http://schemas.microsoft.com/office/drawing/2014/main" id="{C326CA7F-226C-4208-82F0-CC71998F492D}"/>
              </a:ext>
            </a:extLst>
          </p:cNvPr>
          <p:cNvGrpSpPr/>
          <p:nvPr/>
        </p:nvGrpSpPr>
        <p:grpSpPr>
          <a:xfrm>
            <a:off x="9221661" y="3379731"/>
            <a:ext cx="8834244" cy="2135399"/>
            <a:chOff x="9220638" y="3382206"/>
            <a:chExt cx="8834244" cy="2135399"/>
          </a:xfrm>
        </p:grpSpPr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FC3F349D-CDD8-458D-890B-77D722E07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F4161BE0-237F-4C9A-9AA5-340042D976C4}"/>
                </a:ext>
              </a:extLst>
            </p:cNvPr>
            <p:cNvSpPr txBox="1"/>
            <p:nvPr/>
          </p:nvSpPr>
          <p:spPr>
            <a:xfrm>
              <a:off x="11695265" y="3502415"/>
              <a:ext cx="6121296" cy="1924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你看你看 收音機在唱歌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你看你看 溫柔吉他聲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不要看不要看 沒有意義的交際應酬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若是 我呼喊 你的名字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你能否聽得到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72" name="圖片 71">
            <a:hlinkClick r:id="rId14" action="ppaction://hlinksldjump"/>
            <a:extLst>
              <a:ext uri="{FF2B5EF4-FFF2-40B4-BE49-F238E27FC236}">
                <a16:creationId xmlns:a16="http://schemas.microsoft.com/office/drawing/2014/main" id="{0574FA03-E194-4E3A-A54A-663E4879B14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grpSp>
        <p:nvGrpSpPr>
          <p:cNvPr id="73" name="頁碼">
            <a:extLst>
              <a:ext uri="{FF2B5EF4-FFF2-40B4-BE49-F238E27FC236}">
                <a16:creationId xmlns:a16="http://schemas.microsoft.com/office/drawing/2014/main" id="{D19BE8FC-F690-474C-8740-6CF7111FD473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74" name="圖片 73">
              <a:extLst>
                <a:ext uri="{FF2B5EF4-FFF2-40B4-BE49-F238E27FC236}">
                  <a16:creationId xmlns:a16="http://schemas.microsoft.com/office/drawing/2014/main" id="{C955BE4E-3F54-4E5B-84B0-378734286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C8A74207-F32A-48C0-81E6-6EE3DF79763A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006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57" name="圖片 56">
            <a:extLst>
              <a:ext uri="{FF2B5EF4-FFF2-40B4-BE49-F238E27FC236}">
                <a16:creationId xmlns:a16="http://schemas.microsoft.com/office/drawing/2014/main" id="{95386CDD-BF16-4B4B-861C-2965350FED8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2908167" cy="868792"/>
          </a:xfrm>
          <a:prstGeom prst="rect">
            <a:avLst/>
          </a:prstGeom>
        </p:spPr>
      </p:pic>
      <p:pic>
        <p:nvPicPr>
          <p:cNvPr id="58" name="圖片 57">
            <a:hlinkClick r:id="" action="ppaction://noaction"/>
            <a:extLst>
              <a:ext uri="{FF2B5EF4-FFF2-40B4-BE49-F238E27FC236}">
                <a16:creationId xmlns:a16="http://schemas.microsoft.com/office/drawing/2014/main" id="{654DC2CE-C443-4C9D-B009-437B2BD5265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366" y="1940211"/>
            <a:ext cx="233202" cy="1262035"/>
          </a:xfrm>
          <a:prstGeom prst="rect">
            <a:avLst/>
          </a:prstGeom>
        </p:spPr>
      </p:pic>
      <p:grpSp>
        <p:nvGrpSpPr>
          <p:cNvPr id="61" name="註解日語外來詞-01">
            <a:extLst>
              <a:ext uri="{FF2B5EF4-FFF2-40B4-BE49-F238E27FC236}">
                <a16:creationId xmlns:a16="http://schemas.microsoft.com/office/drawing/2014/main" id="{77B3DF10-F014-4FD6-AE59-05D7F3A77B45}"/>
              </a:ext>
            </a:extLst>
          </p:cNvPr>
          <p:cNvGrpSpPr/>
          <p:nvPr/>
        </p:nvGrpSpPr>
        <p:grpSpPr>
          <a:xfrm>
            <a:off x="27252" y="5879628"/>
            <a:ext cx="8834244" cy="2135399"/>
            <a:chOff x="28216" y="3382206"/>
            <a:chExt cx="8834244" cy="2135399"/>
          </a:xfrm>
        </p:grpSpPr>
        <p:pic>
          <p:nvPicPr>
            <p:cNvPr id="62" name="圖片 61">
              <a:extLst>
                <a:ext uri="{FF2B5EF4-FFF2-40B4-BE49-F238E27FC236}">
                  <a16:creationId xmlns:a16="http://schemas.microsoft.com/office/drawing/2014/main" id="{04B7A6CA-7832-457E-A4C1-175F98CED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63" name="圖片 62">
              <a:extLst>
                <a:ext uri="{FF2B5EF4-FFF2-40B4-BE49-F238E27FC236}">
                  <a16:creationId xmlns:a16="http://schemas.microsoft.com/office/drawing/2014/main" id="{6CE7FC32-6BCB-4CAF-AB61-844F1311D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4802" y="3740349"/>
              <a:ext cx="2062921" cy="425251"/>
            </a:xfrm>
            <a:prstGeom prst="rect">
              <a:avLst/>
            </a:prstGeom>
          </p:spPr>
        </p:pic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F98A14A9-4543-4DE5-9482-729A1DD2615C}"/>
                </a:ext>
              </a:extLst>
            </p:cNvPr>
            <p:cNvSpPr txBox="1"/>
            <p:nvPr/>
          </p:nvSpPr>
          <p:spPr>
            <a:xfrm>
              <a:off x="1421298" y="4165393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5A9775"/>
                </a:buClr>
                <a:buFont typeface="Wingdings" panose="05000000000000000000" pitchFamily="2" charset="2"/>
                <a:buChar char="l"/>
              </a:pPr>
              <a:r>
                <a:rPr lang="ja-JP" altLang="en-US" sz="24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ラジオ（</a:t>
              </a:r>
              <a:r>
                <a:rPr lang="en-US" altLang="ja-JP" sz="24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rajio</a:t>
              </a:r>
              <a:r>
                <a:rPr lang="ja-JP" altLang="en-US" sz="24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）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E41575CD-A690-4AF8-AA20-E7B9F98B98C8}"/>
                </a:ext>
              </a:extLst>
            </p:cNvPr>
            <p:cNvSpPr txBox="1"/>
            <p:nvPr/>
          </p:nvSpPr>
          <p:spPr>
            <a:xfrm>
              <a:off x="1421298" y="4621905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5A9775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收音機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</p:grpSp>
      <p:grpSp>
        <p:nvGrpSpPr>
          <p:cNvPr id="46" name="灰色音訊">
            <a:extLst>
              <a:ext uri="{FF2B5EF4-FFF2-40B4-BE49-F238E27FC236}">
                <a16:creationId xmlns:a16="http://schemas.microsoft.com/office/drawing/2014/main" id="{559B57DF-C688-4B83-8D83-9B72247926A9}"/>
              </a:ext>
            </a:extLst>
          </p:cNvPr>
          <p:cNvGrpSpPr/>
          <p:nvPr/>
        </p:nvGrpSpPr>
        <p:grpSpPr>
          <a:xfrm>
            <a:off x="7283868" y="3281423"/>
            <a:ext cx="1030590" cy="370976"/>
            <a:chOff x="2003774" y="3337508"/>
            <a:chExt cx="1030590" cy="370976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43BF51C7-98FB-4470-8B47-4F5D292B067B}"/>
                </a:ext>
              </a:extLst>
            </p:cNvPr>
            <p:cNvGrpSpPr/>
            <p:nvPr/>
          </p:nvGrpSpPr>
          <p:grpSpPr>
            <a:xfrm>
              <a:off x="2003774" y="3337508"/>
              <a:ext cx="448114" cy="370976"/>
              <a:chOff x="1421298" y="3253100"/>
              <a:chExt cx="448114" cy="370976"/>
            </a:xfrm>
          </p:grpSpPr>
          <p:pic>
            <p:nvPicPr>
              <p:cNvPr id="52" name="圖片 51">
                <a:extLst>
                  <a:ext uri="{FF2B5EF4-FFF2-40B4-BE49-F238E27FC236}">
                    <a16:creationId xmlns:a16="http://schemas.microsoft.com/office/drawing/2014/main" id="{CFB1656C-EC64-4960-878D-FFFF2611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1298" y="3253100"/>
                <a:ext cx="448114" cy="324654"/>
              </a:xfrm>
              <a:prstGeom prst="rect">
                <a:avLst/>
              </a:prstGeom>
            </p:spPr>
          </p:pic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7CE388C8-2F0F-4471-9768-278ECB279364}"/>
                  </a:ext>
                </a:extLst>
              </p:cNvPr>
              <p:cNvSpPr txBox="1"/>
              <p:nvPr/>
            </p:nvSpPr>
            <p:spPr>
              <a:xfrm>
                <a:off x="1462451" y="3335023"/>
                <a:ext cx="365807" cy="289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1200"/>
                  </a:spcBef>
                  <a:buClr>
                    <a:srgbClr val="FC8D89"/>
                  </a:buClr>
                </a:pPr>
                <a:r>
                  <a:rPr lang="en-US" altLang="zh-TW" sz="1100" b="1">
                    <a:solidFill>
                      <a:schemeClr val="bg1"/>
                    </a:solidFill>
                    <a:latin typeface="台灣楷體" panose="02010604000101010101" pitchFamily="2" charset="-120"/>
                    <a:ea typeface="台灣楷體" panose="02010604000101010101" pitchFamily="2" charset="-120"/>
                  </a:rPr>
                  <a:t>03</a:t>
                </a:r>
                <a:endParaRPr lang="zh-TW" altLang="en-US" sz="1100" b="1" dirty="0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endParaRPr>
              </a:p>
            </p:txBody>
          </p:sp>
        </p:grp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A045B4F6-5460-4E8D-B4D9-C46BAD858FA6}"/>
                </a:ext>
              </a:extLst>
            </p:cNvPr>
            <p:cNvGrpSpPr/>
            <p:nvPr/>
          </p:nvGrpSpPr>
          <p:grpSpPr>
            <a:xfrm>
              <a:off x="2586250" y="3337508"/>
              <a:ext cx="448114" cy="370976"/>
              <a:chOff x="1421298" y="3253100"/>
              <a:chExt cx="448114" cy="370976"/>
            </a:xfrm>
          </p:grpSpPr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DDD4778D-0FC1-436C-B8BF-02D46B1F00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1298" y="3253100"/>
                <a:ext cx="448114" cy="324654"/>
              </a:xfrm>
              <a:prstGeom prst="rect">
                <a:avLst/>
              </a:prstGeom>
            </p:spPr>
          </p:pic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50D79859-1B5F-4808-B673-4A131809D9EC}"/>
                  </a:ext>
                </a:extLst>
              </p:cNvPr>
              <p:cNvSpPr txBox="1"/>
              <p:nvPr/>
            </p:nvSpPr>
            <p:spPr>
              <a:xfrm>
                <a:off x="1462451" y="3335023"/>
                <a:ext cx="365807" cy="289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1200"/>
                  </a:spcBef>
                  <a:buClr>
                    <a:srgbClr val="FC8D89"/>
                  </a:buClr>
                </a:pPr>
                <a:r>
                  <a:rPr lang="en-US" altLang="zh-TW" sz="1100" b="1">
                    <a:solidFill>
                      <a:schemeClr val="bg1"/>
                    </a:solidFill>
                    <a:latin typeface="台灣楷體" panose="02010604000101010101" pitchFamily="2" charset="-120"/>
                    <a:ea typeface="台灣楷體" panose="02010604000101010101" pitchFamily="2" charset="-120"/>
                  </a:rPr>
                  <a:t>★</a:t>
                </a:r>
                <a:endParaRPr lang="zh-TW" altLang="en-US" sz="1100" b="1" dirty="0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endParaRPr>
              </a:p>
            </p:txBody>
          </p:sp>
        </p:grpSp>
      </p:grpSp>
      <p:pic>
        <p:nvPicPr>
          <p:cNvPr id="2" name="001P006 手機仔02(00_20)">
            <a:hlinkClick r:id="" action="ppaction://media"/>
            <a:extLst>
              <a:ext uri="{FF2B5EF4-FFF2-40B4-BE49-F238E27FC236}">
                <a16:creationId xmlns:a16="http://schemas.microsoft.com/office/drawing/2014/main" id="{4903D814-777A-4936-AF72-0DEAB98A9D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006" y="257566"/>
            <a:ext cx="567001" cy="567001"/>
          </a:xfrm>
          <a:prstGeom prst="rect">
            <a:avLst/>
          </a:prstGeom>
        </p:spPr>
      </p:pic>
      <p:pic>
        <p:nvPicPr>
          <p:cNvPr id="38" name="001P006 註解-la-jí-ooh(00_01)">
            <a:hlinkClick r:id="" action="ppaction://media"/>
            <a:extLst>
              <a:ext uri="{FF2B5EF4-FFF2-40B4-BE49-F238E27FC236}">
                <a16:creationId xmlns:a16="http://schemas.microsoft.com/office/drawing/2014/main" id="{053D575E-E396-4D7C-A0F1-6870CA1C445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106" y="3280345"/>
            <a:ext cx="448114" cy="320081"/>
          </a:xfrm>
          <a:prstGeom prst="rect">
            <a:avLst/>
          </a:prstGeom>
        </p:spPr>
      </p:pic>
      <p:pic>
        <p:nvPicPr>
          <p:cNvPr id="39" name="001P006 註解-03盤撋(00_01)">
            <a:hlinkClick r:id="" action="ppaction://media"/>
            <a:extLst>
              <a:ext uri="{FF2B5EF4-FFF2-40B4-BE49-F238E27FC236}">
                <a16:creationId xmlns:a16="http://schemas.microsoft.com/office/drawing/2014/main" id="{AC01D562-A31E-486D-8B96-851622EB49B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324" y="3280345"/>
            <a:ext cx="448114" cy="320081"/>
          </a:xfrm>
          <a:prstGeom prst="rect">
            <a:avLst/>
          </a:prstGeom>
        </p:spPr>
      </p:pic>
      <p:pic>
        <p:nvPicPr>
          <p:cNvPr id="42" name="台羅按鈕">
            <a:extLst>
              <a:ext uri="{FF2B5EF4-FFF2-40B4-BE49-F238E27FC236}">
                <a16:creationId xmlns:a16="http://schemas.microsoft.com/office/drawing/2014/main" id="{CA16BECC-CEE8-4852-8261-56CE6C4B423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524" y="257566"/>
            <a:ext cx="567001" cy="567001"/>
          </a:xfrm>
          <a:prstGeom prst="rect">
            <a:avLst/>
          </a:prstGeom>
        </p:spPr>
      </p:pic>
      <p:grpSp>
        <p:nvGrpSpPr>
          <p:cNvPr id="43" name="台羅文字">
            <a:extLst>
              <a:ext uri="{FF2B5EF4-FFF2-40B4-BE49-F238E27FC236}">
                <a16:creationId xmlns:a16="http://schemas.microsoft.com/office/drawing/2014/main" id="{77D84AF0-FFA1-4F56-9CDD-964D3165BB05}"/>
              </a:ext>
            </a:extLst>
          </p:cNvPr>
          <p:cNvGrpSpPr/>
          <p:nvPr/>
        </p:nvGrpSpPr>
        <p:grpSpPr>
          <a:xfrm>
            <a:off x="18284614" y="3423681"/>
            <a:ext cx="8834244" cy="2130827"/>
            <a:chOff x="9220638" y="3384492"/>
            <a:chExt cx="8834244" cy="2130827"/>
          </a:xfrm>
        </p:grpSpPr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3A83743F-5F9A-461A-A015-7AD8121B9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4492"/>
              <a:ext cx="8834244" cy="2130827"/>
            </a:xfrm>
            <a:prstGeom prst="rect">
              <a:avLst/>
            </a:prstGeom>
          </p:spPr>
        </p:pic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FDC215A4-DE5D-4644-A1B7-9711793232B7}"/>
                </a:ext>
              </a:extLst>
            </p:cNvPr>
            <p:cNvSpPr txBox="1"/>
            <p:nvPr/>
          </p:nvSpPr>
          <p:spPr>
            <a:xfrm>
              <a:off x="11218739" y="3491825"/>
              <a:ext cx="6560106" cy="1958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Lí khuànn lí khuànn </a:t>
              </a:r>
              <a:r>
                <a:rPr lang="en-US" altLang="zh-TW" sz="2200" b="1">
                  <a:solidFill>
                    <a:srgbClr val="5A977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la-jí-ooh</a:t>
              </a:r>
              <a:r>
                <a:rPr lang="en-US" altLang="zh-TW" sz="1800" b="1" baseline="30000">
                  <a:solidFill>
                    <a:srgbClr val="5A977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★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 teh tshiùnn-kua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Lí khuànn lí khuànn un-jiû gì-tà-siann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Mài khuànn mài khuànn bô-liâu ê </a:t>
              </a:r>
              <a:r>
                <a:rPr lang="en-US" altLang="zh-TW" sz="2200" b="1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puânn-nuá</a:t>
              </a:r>
              <a:r>
                <a:rPr lang="en-US" altLang="zh-TW" sz="2000" b="1" baseline="30000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3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Nā-sī guá kiò lí ê miâ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Lí kám ē thiann-tio̍h guá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60" name="課文放大按鈕">
            <a:hlinkClick r:id="" action="ppaction://noaction"/>
            <a:extLst>
              <a:ext uri="{FF2B5EF4-FFF2-40B4-BE49-F238E27FC236}">
                <a16:creationId xmlns:a16="http://schemas.microsoft.com/office/drawing/2014/main" id="{93A00DA0-A28C-4508-8A56-71F0AF27F38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459" y="257566"/>
            <a:ext cx="567001" cy="567001"/>
          </a:xfrm>
          <a:prstGeom prst="rect">
            <a:avLst/>
          </a:prstGeom>
        </p:spPr>
      </p:pic>
      <p:pic>
        <p:nvPicPr>
          <p:cNvPr id="47" name="影片-按鈕">
            <a:hlinkClick r:id="" action="ppaction://noaction"/>
            <a:extLst>
              <a:ext uri="{FF2B5EF4-FFF2-40B4-BE49-F238E27FC236}">
                <a16:creationId xmlns:a16="http://schemas.microsoft.com/office/drawing/2014/main" id="{D3B74071-B12E-453F-91EE-5F31B6FE2F12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081" y="311447"/>
            <a:ext cx="555570" cy="45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5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005E-6 L 2.5E-6 -0.43044 " pathEditMode="relative" rAng="0" ptsTypes="AA">
                                      <p:cBhvr>
                                        <p:cTn id="8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522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9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0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5.10969E-7 L -1.00382 5.10969E-7 " pathEditMode="relative" rAng="0" ptsTypes="AA">
                                      <p:cBhvr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3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3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4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audio>
              <p:cMediaNode vol="80000">
                <p:cTn id="1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9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4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audio>
              <p:cMediaNode vol="80000">
                <p:cTn id="1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0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audio>
              <p:cMediaNode vol="80000">
                <p:cTn id="1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2.59372E-6 L -1.99653 2.59372E-6 " pathEditMode="relative" rAng="0" ptsTypes="AA">
                                      <p:cBhvr>
                                        <p:cTn id="1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826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7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8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CA649055-161F-4050-A83B-E230CA8C9F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2999468B-FEDF-4F0E-B752-9F19535C0F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E6960DE-F734-4A59-ABC9-EDF5DAB42D7D}"/>
              </a:ext>
            </a:extLst>
          </p:cNvPr>
          <p:cNvSpPr txBox="1"/>
          <p:nvPr/>
        </p:nvSpPr>
        <p:spPr>
          <a:xfrm>
            <a:off x="2606039" y="972147"/>
            <a:ext cx="6048063" cy="2424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手機仔毋是你的</a:t>
            </a:r>
            <a:r>
              <a:rPr lang="zh-TW" altLang="en-US" sz="2800" b="1" u="sng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愛人仔</a:t>
            </a:r>
            <a:r>
              <a:rPr lang="en-US" altLang="zh-TW" sz="2800" b="1" u="sng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4</a:t>
            </a:r>
            <a:r>
              <a:rPr lang="en-US" altLang="zh-TW" sz="2800" b="1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br>
              <a:rPr lang="en-US" altLang="zh-TW" sz="2800" b="1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 u="sng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哪會</a:t>
            </a:r>
            <a:r>
              <a:rPr lang="en-US" altLang="zh-TW" sz="2800" b="1" u="sng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5</a:t>
            </a:r>
            <a:r>
              <a:rPr lang="en-US" altLang="zh-TW" sz="2800" b="1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每一工都共伊 </a:t>
            </a:r>
            <a:r>
              <a:rPr lang="zh-TW" altLang="en-US" sz="2800" b="1" u="sng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攬牢牢</a:t>
            </a:r>
            <a:r>
              <a:rPr lang="en-US" altLang="zh-TW" sz="2800" b="1" u="sng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6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像咱遮好的人 輸予手機仔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心內親像著</a:t>
            </a:r>
            <a:r>
              <a:rPr lang="zh-TW" altLang="en-US" sz="2800" b="1" u="sng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賊偷</a:t>
            </a:r>
            <a:r>
              <a:rPr lang="en-US" altLang="zh-TW" sz="2800" b="1" u="sng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7</a:t>
            </a:r>
            <a:br>
              <a:rPr lang="en-US" altLang="zh-CN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CN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著賊偷</a:t>
            </a:r>
            <a:endParaRPr lang="zh-TW" altLang="en-US" sz="2800" b="1" dirty="0">
              <a:solidFill>
                <a:srgbClr val="3D3935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grpSp>
        <p:nvGrpSpPr>
          <p:cNvPr id="33" name="翻譯文字">
            <a:extLst>
              <a:ext uri="{FF2B5EF4-FFF2-40B4-BE49-F238E27FC236}">
                <a16:creationId xmlns:a16="http://schemas.microsoft.com/office/drawing/2014/main" id="{C326CA7F-226C-4208-82F0-CC71998F492D}"/>
              </a:ext>
            </a:extLst>
          </p:cNvPr>
          <p:cNvGrpSpPr/>
          <p:nvPr/>
        </p:nvGrpSpPr>
        <p:grpSpPr>
          <a:xfrm>
            <a:off x="9221661" y="3379731"/>
            <a:ext cx="8834244" cy="2135399"/>
            <a:chOff x="9220638" y="3382206"/>
            <a:chExt cx="8834244" cy="2135399"/>
          </a:xfrm>
        </p:grpSpPr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FC3F349D-CDD8-458D-890B-77D722E07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F4161BE0-237F-4C9A-9AA5-340042D976C4}"/>
                </a:ext>
              </a:extLst>
            </p:cNvPr>
            <p:cNvSpPr txBox="1"/>
            <p:nvPr/>
          </p:nvSpPr>
          <p:spPr>
            <a:xfrm>
              <a:off x="12069057" y="3487590"/>
              <a:ext cx="5985824" cy="1924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手機不是你的情人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怎會每天都將它 摟得緊緊的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像我們這麼好的人 卻輸給手機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內心就像遭小偷一樣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遭小偷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grpSp>
        <p:nvGrpSpPr>
          <p:cNvPr id="62" name="註解文字07">
            <a:extLst>
              <a:ext uri="{FF2B5EF4-FFF2-40B4-BE49-F238E27FC236}">
                <a16:creationId xmlns:a16="http://schemas.microsoft.com/office/drawing/2014/main" id="{DBE61F22-5D31-4233-9FF0-9ADE924117E5}"/>
              </a:ext>
            </a:extLst>
          </p:cNvPr>
          <p:cNvGrpSpPr/>
          <p:nvPr/>
        </p:nvGrpSpPr>
        <p:grpSpPr>
          <a:xfrm>
            <a:off x="27252" y="10449029"/>
            <a:ext cx="8834244" cy="2135399"/>
            <a:chOff x="28216" y="3382206"/>
            <a:chExt cx="8834244" cy="2135399"/>
          </a:xfrm>
        </p:grpSpPr>
        <p:pic>
          <p:nvPicPr>
            <p:cNvPr id="63" name="圖片 62">
              <a:extLst>
                <a:ext uri="{FF2B5EF4-FFF2-40B4-BE49-F238E27FC236}">
                  <a16:creationId xmlns:a16="http://schemas.microsoft.com/office/drawing/2014/main" id="{E06F6D6B-24C6-4D79-8374-1F1C68D88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64" name="圖片 63">
              <a:extLst>
                <a:ext uri="{FF2B5EF4-FFF2-40B4-BE49-F238E27FC236}">
                  <a16:creationId xmlns:a16="http://schemas.microsoft.com/office/drawing/2014/main" id="{3E43847A-DB2B-438E-B9CA-CCB55D362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1426" y="3740349"/>
              <a:ext cx="1833609" cy="461832"/>
            </a:xfrm>
            <a:prstGeom prst="rect">
              <a:avLst/>
            </a:prstGeom>
          </p:spPr>
        </p:pic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6E13D519-2662-43B7-9A47-034F1106CEBF}"/>
                </a:ext>
              </a:extLst>
            </p:cNvPr>
            <p:cNvSpPr txBox="1"/>
            <p:nvPr/>
          </p:nvSpPr>
          <p:spPr>
            <a:xfrm>
              <a:off x="1421298" y="4165393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ja-JP" sz="2400" b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tiõh-tshãt-thau 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9A0A618A-5B65-49F2-80C5-D25B76C4DA6E}"/>
                </a:ext>
              </a:extLst>
            </p:cNvPr>
            <p:cNvSpPr txBox="1"/>
            <p:nvPr/>
          </p:nvSpPr>
          <p:spPr>
            <a:xfrm>
              <a:off x="1421298" y="4621905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失竊、遭小偷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</p:grpSp>
      <p:grpSp>
        <p:nvGrpSpPr>
          <p:cNvPr id="41" name="註解文字06">
            <a:extLst>
              <a:ext uri="{FF2B5EF4-FFF2-40B4-BE49-F238E27FC236}">
                <a16:creationId xmlns:a16="http://schemas.microsoft.com/office/drawing/2014/main" id="{0629A88E-67E8-46B6-94FE-B8C48C5CC35D}"/>
              </a:ext>
            </a:extLst>
          </p:cNvPr>
          <p:cNvGrpSpPr/>
          <p:nvPr/>
        </p:nvGrpSpPr>
        <p:grpSpPr>
          <a:xfrm>
            <a:off x="27252" y="8145257"/>
            <a:ext cx="8834244" cy="2135399"/>
            <a:chOff x="28216" y="3382206"/>
            <a:chExt cx="8834244" cy="2135399"/>
          </a:xfrm>
        </p:grpSpPr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E9EFC322-256A-43C9-B9D0-32D9D118B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53C2A88F-6301-454A-9756-0A479D4D1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0218" y="3778973"/>
              <a:ext cx="1775766" cy="447263"/>
            </a:xfrm>
            <a:prstGeom prst="rect">
              <a:avLst/>
            </a:prstGeom>
          </p:spPr>
        </p:pic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FAED63B6-8DDF-4B5E-BAF4-8367A6037976}"/>
                </a:ext>
              </a:extLst>
            </p:cNvPr>
            <p:cNvSpPr txBox="1"/>
            <p:nvPr/>
          </p:nvSpPr>
          <p:spPr>
            <a:xfrm>
              <a:off x="1421298" y="4201803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lám-tiâu-tiâu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BFB135E0-E560-45FF-8AE9-8D4CD26F2A26}"/>
                </a:ext>
              </a:extLst>
            </p:cNvPr>
            <p:cNvSpPr txBox="1"/>
            <p:nvPr/>
          </p:nvSpPr>
          <p:spPr>
            <a:xfrm>
              <a:off x="1421298" y="4658315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緊緊地擁抱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</p:grpSp>
      <p:grpSp>
        <p:nvGrpSpPr>
          <p:cNvPr id="36" name="註解文字05">
            <a:extLst>
              <a:ext uri="{FF2B5EF4-FFF2-40B4-BE49-F238E27FC236}">
                <a16:creationId xmlns:a16="http://schemas.microsoft.com/office/drawing/2014/main" id="{98351493-1A5C-42C6-B258-43EAA0794B50}"/>
              </a:ext>
            </a:extLst>
          </p:cNvPr>
          <p:cNvGrpSpPr/>
          <p:nvPr/>
        </p:nvGrpSpPr>
        <p:grpSpPr>
          <a:xfrm>
            <a:off x="27252" y="5852223"/>
            <a:ext cx="8834244" cy="2135399"/>
            <a:chOff x="28216" y="3382206"/>
            <a:chExt cx="8834244" cy="2135399"/>
          </a:xfrm>
        </p:grpSpPr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85B2776-289B-4E59-9229-73720C440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id="{AF98FCB9-61AA-4A33-BAAE-EF99ED3B7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0218" y="3778973"/>
              <a:ext cx="1775766" cy="447263"/>
            </a:xfrm>
            <a:prstGeom prst="rect">
              <a:avLst/>
            </a:prstGeom>
          </p:spPr>
        </p:pic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FF44B1B3-50A5-4B6A-8E55-234A7CFDAC1A}"/>
                </a:ext>
              </a:extLst>
            </p:cNvPr>
            <p:cNvSpPr txBox="1"/>
            <p:nvPr/>
          </p:nvSpPr>
          <p:spPr>
            <a:xfrm>
              <a:off x="1421298" y="4201803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ná ē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AF29A368-5AEC-4129-9082-68C2D42B7A33}"/>
                </a:ext>
              </a:extLst>
            </p:cNvPr>
            <p:cNvSpPr txBox="1"/>
            <p:nvPr/>
          </p:nvSpPr>
          <p:spPr>
            <a:xfrm>
              <a:off x="1421298" y="4658315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怎麼會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</p:grpSp>
      <p:grpSp>
        <p:nvGrpSpPr>
          <p:cNvPr id="28" name="註解文字04">
            <a:extLst>
              <a:ext uri="{FF2B5EF4-FFF2-40B4-BE49-F238E27FC236}">
                <a16:creationId xmlns:a16="http://schemas.microsoft.com/office/drawing/2014/main" id="{B294FF5A-61D3-4189-9FA4-EBBD74F1E5C7}"/>
              </a:ext>
            </a:extLst>
          </p:cNvPr>
          <p:cNvGrpSpPr/>
          <p:nvPr/>
        </p:nvGrpSpPr>
        <p:grpSpPr>
          <a:xfrm>
            <a:off x="27252" y="3404445"/>
            <a:ext cx="8834244" cy="2135399"/>
            <a:chOff x="28216" y="3382206"/>
            <a:chExt cx="8834244" cy="2135399"/>
          </a:xfrm>
        </p:grpSpPr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5217F85E-4B2C-4465-AD54-928526383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C70C4C91-344F-4EE3-B974-4B6934D54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551" y="3773469"/>
              <a:ext cx="1811101" cy="456163"/>
            </a:xfrm>
            <a:prstGeom prst="rect">
              <a:avLst/>
            </a:prstGeom>
          </p:spPr>
        </p:pic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CB7E8171-C178-48DD-A4BA-E14F1561A9F3}"/>
                </a:ext>
              </a:extLst>
            </p:cNvPr>
            <p:cNvSpPr txBox="1"/>
            <p:nvPr/>
          </p:nvSpPr>
          <p:spPr>
            <a:xfrm>
              <a:off x="1421298" y="4200750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ài-jîn-á / ài-lîn-á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147A6937-203F-4201-9AA9-B01E5726B143}"/>
                </a:ext>
              </a:extLst>
            </p:cNvPr>
            <p:cNvSpPr txBox="1"/>
            <p:nvPr/>
          </p:nvSpPr>
          <p:spPr>
            <a:xfrm>
              <a:off x="1421298" y="4657262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情人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</p:grpSp>
      <p:pic>
        <p:nvPicPr>
          <p:cNvPr id="24" name="翻譯按鈕">
            <a:extLst>
              <a:ext uri="{FF2B5EF4-FFF2-40B4-BE49-F238E27FC236}">
                <a16:creationId xmlns:a16="http://schemas.microsoft.com/office/drawing/2014/main" id="{BC6F13A5-E042-4194-82BA-49BA265436E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749" y="257566"/>
            <a:ext cx="567001" cy="567001"/>
          </a:xfrm>
          <a:prstGeom prst="rect">
            <a:avLst/>
          </a:prstGeom>
        </p:spPr>
      </p:pic>
      <p:sp>
        <p:nvSpPr>
          <p:cNvPr id="25" name="註解點選框-07">
            <a:extLst>
              <a:ext uri="{FF2B5EF4-FFF2-40B4-BE49-F238E27FC236}">
                <a16:creationId xmlns:a16="http://schemas.microsoft.com/office/drawing/2014/main" id="{7DBCDAF3-F483-4D1F-ADE9-81D3A5BE3D75}"/>
              </a:ext>
            </a:extLst>
          </p:cNvPr>
          <p:cNvSpPr/>
          <p:nvPr/>
        </p:nvSpPr>
        <p:spPr>
          <a:xfrm>
            <a:off x="4444374" y="2468225"/>
            <a:ext cx="934450" cy="444872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註解點選框-06">
            <a:extLst>
              <a:ext uri="{FF2B5EF4-FFF2-40B4-BE49-F238E27FC236}">
                <a16:creationId xmlns:a16="http://schemas.microsoft.com/office/drawing/2014/main" id="{38BFDB9E-C8AC-4B85-B077-09D268DBD63A}"/>
              </a:ext>
            </a:extLst>
          </p:cNvPr>
          <p:cNvSpPr/>
          <p:nvPr/>
        </p:nvSpPr>
        <p:spPr>
          <a:xfrm>
            <a:off x="5848264" y="1519552"/>
            <a:ext cx="1422316" cy="48941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註解點選框-05">
            <a:extLst>
              <a:ext uri="{FF2B5EF4-FFF2-40B4-BE49-F238E27FC236}">
                <a16:creationId xmlns:a16="http://schemas.microsoft.com/office/drawing/2014/main" id="{38A61144-54FE-4716-A50E-ED4DD9C0D93F}"/>
              </a:ext>
            </a:extLst>
          </p:cNvPr>
          <p:cNvSpPr/>
          <p:nvPr/>
        </p:nvSpPr>
        <p:spPr>
          <a:xfrm>
            <a:off x="2631205" y="1519552"/>
            <a:ext cx="1039139" cy="48941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註解點選框-04">
            <a:extLst>
              <a:ext uri="{FF2B5EF4-FFF2-40B4-BE49-F238E27FC236}">
                <a16:creationId xmlns:a16="http://schemas.microsoft.com/office/drawing/2014/main" id="{FEF55766-A31D-4D3F-9651-7E87A84A0F00}"/>
              </a:ext>
            </a:extLst>
          </p:cNvPr>
          <p:cNvSpPr/>
          <p:nvPr/>
        </p:nvSpPr>
        <p:spPr>
          <a:xfrm>
            <a:off x="5143718" y="975474"/>
            <a:ext cx="1287792" cy="50911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頁碼">
            <a:extLst>
              <a:ext uri="{FF2B5EF4-FFF2-40B4-BE49-F238E27FC236}">
                <a16:creationId xmlns:a16="http://schemas.microsoft.com/office/drawing/2014/main" id="{D19BE8FC-F690-474C-8740-6CF7111FD473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74" name="圖片 73">
              <a:extLst>
                <a:ext uri="{FF2B5EF4-FFF2-40B4-BE49-F238E27FC236}">
                  <a16:creationId xmlns:a16="http://schemas.microsoft.com/office/drawing/2014/main" id="{C955BE4E-3F54-4E5B-84B0-378734286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C8A74207-F32A-48C0-81E6-6EE3DF79763A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007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grpSp>
        <p:nvGrpSpPr>
          <p:cNvPr id="46" name="灰色音訊">
            <a:extLst>
              <a:ext uri="{FF2B5EF4-FFF2-40B4-BE49-F238E27FC236}">
                <a16:creationId xmlns:a16="http://schemas.microsoft.com/office/drawing/2014/main" id="{559B57DF-C688-4B83-8D83-9B72247926A9}"/>
              </a:ext>
            </a:extLst>
          </p:cNvPr>
          <p:cNvGrpSpPr/>
          <p:nvPr/>
        </p:nvGrpSpPr>
        <p:grpSpPr>
          <a:xfrm>
            <a:off x="6152462" y="3281486"/>
            <a:ext cx="2192126" cy="370976"/>
            <a:chOff x="2003774" y="3337508"/>
            <a:chExt cx="2192126" cy="370976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43BF51C7-98FB-4470-8B47-4F5D292B067B}"/>
                </a:ext>
              </a:extLst>
            </p:cNvPr>
            <p:cNvGrpSpPr/>
            <p:nvPr/>
          </p:nvGrpSpPr>
          <p:grpSpPr>
            <a:xfrm>
              <a:off x="2003774" y="3337508"/>
              <a:ext cx="448114" cy="370976"/>
              <a:chOff x="1421298" y="3253100"/>
              <a:chExt cx="448114" cy="370976"/>
            </a:xfrm>
          </p:grpSpPr>
          <p:pic>
            <p:nvPicPr>
              <p:cNvPr id="52" name="圖片 51">
                <a:extLst>
                  <a:ext uri="{FF2B5EF4-FFF2-40B4-BE49-F238E27FC236}">
                    <a16:creationId xmlns:a16="http://schemas.microsoft.com/office/drawing/2014/main" id="{CFB1656C-EC64-4960-878D-FFFF2611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1298" y="3253100"/>
                <a:ext cx="448114" cy="324654"/>
              </a:xfrm>
              <a:prstGeom prst="rect">
                <a:avLst/>
              </a:prstGeom>
            </p:spPr>
          </p:pic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7CE388C8-2F0F-4471-9768-278ECB279364}"/>
                  </a:ext>
                </a:extLst>
              </p:cNvPr>
              <p:cNvSpPr txBox="1"/>
              <p:nvPr/>
            </p:nvSpPr>
            <p:spPr>
              <a:xfrm>
                <a:off x="1462451" y="3335023"/>
                <a:ext cx="365807" cy="289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1200"/>
                  </a:spcBef>
                  <a:buClr>
                    <a:srgbClr val="FC8D89"/>
                  </a:buClr>
                </a:pPr>
                <a:r>
                  <a:rPr lang="en-US" altLang="zh-TW" sz="1100" b="1">
                    <a:solidFill>
                      <a:schemeClr val="bg1"/>
                    </a:solidFill>
                    <a:latin typeface="台灣楷體" panose="02010604000101010101" pitchFamily="2" charset="-120"/>
                    <a:ea typeface="台灣楷體" panose="02010604000101010101" pitchFamily="2" charset="-120"/>
                  </a:rPr>
                  <a:t>04</a:t>
                </a:r>
                <a:endParaRPr lang="zh-TW" altLang="en-US" sz="1100" b="1" dirty="0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endParaRPr>
              </a:p>
            </p:txBody>
          </p:sp>
        </p:grp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A045B4F6-5460-4E8D-B4D9-C46BAD858FA6}"/>
                </a:ext>
              </a:extLst>
            </p:cNvPr>
            <p:cNvGrpSpPr/>
            <p:nvPr/>
          </p:nvGrpSpPr>
          <p:grpSpPr>
            <a:xfrm>
              <a:off x="2586250" y="3337508"/>
              <a:ext cx="1609650" cy="370976"/>
              <a:chOff x="1421298" y="3253100"/>
              <a:chExt cx="1609650" cy="370976"/>
            </a:xfrm>
          </p:grpSpPr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DDD4778D-0FC1-436C-B8BF-02D46B1F00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1298" y="3253100"/>
                <a:ext cx="448114" cy="324654"/>
              </a:xfrm>
              <a:prstGeom prst="rect">
                <a:avLst/>
              </a:prstGeom>
            </p:spPr>
          </p:pic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50D79859-1B5F-4808-B673-4A131809D9EC}"/>
                  </a:ext>
                </a:extLst>
              </p:cNvPr>
              <p:cNvSpPr txBox="1"/>
              <p:nvPr/>
            </p:nvSpPr>
            <p:spPr>
              <a:xfrm>
                <a:off x="1462451" y="3335023"/>
                <a:ext cx="365807" cy="289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1200"/>
                  </a:spcBef>
                  <a:buClr>
                    <a:srgbClr val="FC8D89"/>
                  </a:buClr>
                </a:pPr>
                <a:r>
                  <a:rPr lang="en-US" altLang="zh-TW" sz="1100" b="1">
                    <a:solidFill>
                      <a:schemeClr val="bg1"/>
                    </a:solidFill>
                    <a:latin typeface="台灣楷體" panose="02010604000101010101" pitchFamily="2" charset="-120"/>
                    <a:ea typeface="台灣楷體" panose="02010604000101010101" pitchFamily="2" charset="-120"/>
                  </a:rPr>
                  <a:t>05</a:t>
                </a:r>
                <a:endParaRPr lang="zh-TW" altLang="en-US" sz="1100" b="1" dirty="0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endParaRPr>
              </a:p>
            </p:txBody>
          </p:sp>
          <p:pic>
            <p:nvPicPr>
              <p:cNvPr id="68" name="圖片 67">
                <a:extLst>
                  <a:ext uri="{FF2B5EF4-FFF2-40B4-BE49-F238E27FC236}">
                    <a16:creationId xmlns:a16="http://schemas.microsoft.com/office/drawing/2014/main" id="{896A5B29-CB80-4656-B144-801A6FD144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04336" y="3253100"/>
                <a:ext cx="448114" cy="324654"/>
              </a:xfrm>
              <a:prstGeom prst="rect">
                <a:avLst/>
              </a:prstGeom>
            </p:spPr>
          </p:pic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CCF66598-86C2-4BF4-B6FF-95216465725E}"/>
                  </a:ext>
                </a:extLst>
              </p:cNvPr>
              <p:cNvSpPr txBox="1"/>
              <p:nvPr/>
            </p:nvSpPr>
            <p:spPr>
              <a:xfrm>
                <a:off x="2045489" y="3335023"/>
                <a:ext cx="365807" cy="289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1200"/>
                  </a:spcBef>
                  <a:buClr>
                    <a:srgbClr val="FC8D89"/>
                  </a:buClr>
                </a:pPr>
                <a:r>
                  <a:rPr lang="en-US" altLang="zh-TW" sz="1100" b="1">
                    <a:solidFill>
                      <a:schemeClr val="bg1"/>
                    </a:solidFill>
                    <a:latin typeface="台灣楷體" panose="02010604000101010101" pitchFamily="2" charset="-120"/>
                    <a:ea typeface="台灣楷體" panose="02010604000101010101" pitchFamily="2" charset="-120"/>
                  </a:rPr>
                  <a:t>06</a:t>
                </a:r>
                <a:endParaRPr lang="zh-TW" altLang="en-US" sz="1100" b="1" dirty="0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endParaRPr>
              </a:p>
            </p:txBody>
          </p:sp>
          <p:pic>
            <p:nvPicPr>
              <p:cNvPr id="76" name="圖片 75">
                <a:extLst>
                  <a:ext uri="{FF2B5EF4-FFF2-40B4-BE49-F238E27FC236}">
                    <a16:creationId xmlns:a16="http://schemas.microsoft.com/office/drawing/2014/main" id="{EDBE343B-6B35-467A-9518-DFB97EB18B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82834" y="3253100"/>
                <a:ext cx="448114" cy="324654"/>
              </a:xfrm>
              <a:prstGeom prst="rect">
                <a:avLst/>
              </a:prstGeom>
            </p:spPr>
          </p:pic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8AD5EFBF-729C-44AC-A31B-1723DFF74D13}"/>
                  </a:ext>
                </a:extLst>
              </p:cNvPr>
              <p:cNvSpPr txBox="1"/>
              <p:nvPr/>
            </p:nvSpPr>
            <p:spPr>
              <a:xfrm>
                <a:off x="2623987" y="3335023"/>
                <a:ext cx="365807" cy="289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1200"/>
                  </a:spcBef>
                  <a:buClr>
                    <a:srgbClr val="FC8D89"/>
                  </a:buClr>
                </a:pPr>
                <a:r>
                  <a:rPr lang="en-US" altLang="zh-TW" sz="1100" b="1">
                    <a:solidFill>
                      <a:schemeClr val="bg1"/>
                    </a:solidFill>
                    <a:latin typeface="台灣楷體" panose="02010604000101010101" pitchFamily="2" charset="-120"/>
                    <a:ea typeface="台灣楷體" panose="02010604000101010101" pitchFamily="2" charset="-120"/>
                  </a:rPr>
                  <a:t>07</a:t>
                </a:r>
                <a:endParaRPr lang="zh-TW" altLang="en-US" sz="1100" b="1" dirty="0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endParaRPr>
              </a:p>
            </p:txBody>
          </p:sp>
        </p:grpSp>
      </p:grpSp>
      <p:pic>
        <p:nvPicPr>
          <p:cNvPr id="89" name="圖片 88">
            <a:hlinkClick r:id="" action="ppaction://noaction"/>
            <a:extLst>
              <a:ext uri="{FF2B5EF4-FFF2-40B4-BE49-F238E27FC236}">
                <a16:creationId xmlns:a16="http://schemas.microsoft.com/office/drawing/2014/main" id="{EA8CFE9A-EF98-41AC-9C65-C211D638C66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1954778"/>
            <a:ext cx="233202" cy="1262035"/>
          </a:xfrm>
          <a:prstGeom prst="rect">
            <a:avLst/>
          </a:prstGeom>
        </p:spPr>
      </p:pic>
      <p:pic>
        <p:nvPicPr>
          <p:cNvPr id="90" name="圖片 89">
            <a:hlinkClick r:id="rId24" action="ppaction://hlinksldjump"/>
            <a:extLst>
              <a:ext uri="{FF2B5EF4-FFF2-40B4-BE49-F238E27FC236}">
                <a16:creationId xmlns:a16="http://schemas.microsoft.com/office/drawing/2014/main" id="{4F213131-81D3-4B18-8049-6D6D4D5B423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3C647EA5-C712-46BA-BDF9-0F7AF9E5FFF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2908167" cy="868792"/>
          </a:xfrm>
          <a:prstGeom prst="rect">
            <a:avLst/>
          </a:prstGeom>
        </p:spPr>
      </p:pic>
      <p:pic>
        <p:nvPicPr>
          <p:cNvPr id="2" name="001P007 手機仔03(00_20)">
            <a:hlinkClick r:id="" action="ppaction://media"/>
            <a:extLst>
              <a:ext uri="{FF2B5EF4-FFF2-40B4-BE49-F238E27FC236}">
                <a16:creationId xmlns:a16="http://schemas.microsoft.com/office/drawing/2014/main" id="{B6EB59C7-B4A1-4B67-87E9-0BEEABCE78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621" y="257566"/>
            <a:ext cx="567001" cy="567001"/>
          </a:xfrm>
          <a:prstGeom prst="rect">
            <a:avLst/>
          </a:prstGeom>
        </p:spPr>
      </p:pic>
      <p:pic>
        <p:nvPicPr>
          <p:cNvPr id="56" name="001P007 註解-04愛人仔(00_03)">
            <a:hlinkClick r:id="" action="ppaction://media"/>
            <a:extLst>
              <a:ext uri="{FF2B5EF4-FFF2-40B4-BE49-F238E27FC236}">
                <a16:creationId xmlns:a16="http://schemas.microsoft.com/office/drawing/2014/main" id="{37BDD2C0-F110-43F0-918B-041FB4125A2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561" y="3286059"/>
            <a:ext cx="448114" cy="320081"/>
          </a:xfrm>
          <a:prstGeom prst="rect">
            <a:avLst/>
          </a:prstGeom>
        </p:spPr>
      </p:pic>
      <p:pic>
        <p:nvPicPr>
          <p:cNvPr id="57" name="001P007 註解-05哪會(00_01)">
            <a:hlinkClick r:id="" action="ppaction://media"/>
            <a:extLst>
              <a:ext uri="{FF2B5EF4-FFF2-40B4-BE49-F238E27FC236}">
                <a16:creationId xmlns:a16="http://schemas.microsoft.com/office/drawing/2014/main" id="{1FC1BE95-892B-4999-8E1F-8D52848D57F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199" y="3286059"/>
            <a:ext cx="448114" cy="320081"/>
          </a:xfrm>
          <a:prstGeom prst="rect">
            <a:avLst/>
          </a:prstGeom>
        </p:spPr>
      </p:pic>
      <p:pic>
        <p:nvPicPr>
          <p:cNvPr id="58" name="001P007 註解-06攬牢牢(00_01)">
            <a:hlinkClick r:id="" action="ppaction://media"/>
            <a:extLst>
              <a:ext uri="{FF2B5EF4-FFF2-40B4-BE49-F238E27FC236}">
                <a16:creationId xmlns:a16="http://schemas.microsoft.com/office/drawing/2014/main" id="{D476508D-A5B8-46BC-BD51-E53C112EE8C8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837" y="3286059"/>
            <a:ext cx="448114" cy="320081"/>
          </a:xfrm>
          <a:prstGeom prst="rect">
            <a:avLst/>
          </a:prstGeom>
        </p:spPr>
      </p:pic>
      <p:pic>
        <p:nvPicPr>
          <p:cNvPr id="60" name="001P007 註解-07著賊偷(00_01)">
            <a:hlinkClick r:id="" action="ppaction://media"/>
            <a:extLst>
              <a:ext uri="{FF2B5EF4-FFF2-40B4-BE49-F238E27FC236}">
                <a16:creationId xmlns:a16="http://schemas.microsoft.com/office/drawing/2014/main" id="{9DA8800F-6C2B-4669-BA37-8E12F2601468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474" y="3286059"/>
            <a:ext cx="448114" cy="320081"/>
          </a:xfrm>
          <a:prstGeom prst="rect">
            <a:avLst/>
          </a:prstGeom>
        </p:spPr>
      </p:pic>
      <p:pic>
        <p:nvPicPr>
          <p:cNvPr id="72" name="台羅按鈕">
            <a:extLst>
              <a:ext uri="{FF2B5EF4-FFF2-40B4-BE49-F238E27FC236}">
                <a16:creationId xmlns:a16="http://schemas.microsoft.com/office/drawing/2014/main" id="{D3A4C25D-95CD-4F9F-916C-D67EF0C03CA5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126" y="257566"/>
            <a:ext cx="567001" cy="567001"/>
          </a:xfrm>
          <a:prstGeom prst="rect">
            <a:avLst/>
          </a:prstGeom>
        </p:spPr>
      </p:pic>
      <p:grpSp>
        <p:nvGrpSpPr>
          <p:cNvPr id="77" name="台羅文字">
            <a:extLst>
              <a:ext uri="{FF2B5EF4-FFF2-40B4-BE49-F238E27FC236}">
                <a16:creationId xmlns:a16="http://schemas.microsoft.com/office/drawing/2014/main" id="{ADC15F3D-3E9E-43A0-89B6-40BF6F0DEA6A}"/>
              </a:ext>
            </a:extLst>
          </p:cNvPr>
          <p:cNvGrpSpPr/>
          <p:nvPr/>
        </p:nvGrpSpPr>
        <p:grpSpPr>
          <a:xfrm>
            <a:off x="18284614" y="3423681"/>
            <a:ext cx="8834244" cy="2130827"/>
            <a:chOff x="9220638" y="3384492"/>
            <a:chExt cx="8834244" cy="2130827"/>
          </a:xfrm>
        </p:grpSpPr>
        <p:pic>
          <p:nvPicPr>
            <p:cNvPr id="79" name="圖片 78">
              <a:extLst>
                <a:ext uri="{FF2B5EF4-FFF2-40B4-BE49-F238E27FC236}">
                  <a16:creationId xmlns:a16="http://schemas.microsoft.com/office/drawing/2014/main" id="{567662A0-470D-4553-8769-95AC6FB28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4492"/>
              <a:ext cx="8834244" cy="2130827"/>
            </a:xfrm>
            <a:prstGeom prst="rect">
              <a:avLst/>
            </a:prstGeom>
          </p:spPr>
        </p:pic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7BC8F09E-BF38-4F37-BB01-414A04010417}"/>
                </a:ext>
              </a:extLst>
            </p:cNvPr>
            <p:cNvSpPr txBox="1"/>
            <p:nvPr/>
          </p:nvSpPr>
          <p:spPr>
            <a:xfrm>
              <a:off x="11218739" y="3491825"/>
              <a:ext cx="6560106" cy="1958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Tshiú-ki-á </a:t>
              </a:r>
              <a:r>
                <a:rPr lang="en-US" altLang="zh-TW" sz="22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˜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 sī lí ê </a:t>
              </a:r>
              <a:r>
                <a:rPr lang="en-US" altLang="zh-TW" sz="2200" b="1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ài-jîn-á</a:t>
              </a:r>
              <a:r>
                <a:rPr lang="en-US" altLang="zh-TW" sz="2000" b="1" baseline="30000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4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Ná-ē</a:t>
              </a:r>
              <a:r>
                <a:rPr lang="en-US" altLang="zh-TW" sz="2000" b="1" baseline="30000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5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 muí ts</a:t>
              </a:r>
              <a:r>
                <a:rPr lang="en-US" altLang="zh-TW" sz="22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…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 kang to kā i </a:t>
              </a:r>
              <a:r>
                <a:rPr lang="en-US" altLang="zh-TW" sz="2200" b="1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lám-tiâu-tiâu</a:t>
              </a:r>
              <a:r>
                <a:rPr lang="en-US" altLang="zh-TW" sz="2000" b="1" baseline="30000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6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Tshiūnn lán tsiah hó ê lâng su hōo tshiú-ki-á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Sim-lāi tshin-tshiūnn tio̍h-</a:t>
              </a:r>
              <a:r>
                <a:rPr lang="en-US" altLang="zh-TW" sz="2200" b="1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tsha̍t-thau</a:t>
              </a:r>
              <a:r>
                <a:rPr lang="en-US" altLang="zh-TW" sz="2000" b="1" baseline="30000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7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Tio̍h-tsha̍t-thau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81" name="課文放大按鈕">
            <a:hlinkClick r:id="" action="ppaction://noaction"/>
            <a:extLst>
              <a:ext uri="{FF2B5EF4-FFF2-40B4-BE49-F238E27FC236}">
                <a16:creationId xmlns:a16="http://schemas.microsoft.com/office/drawing/2014/main" id="{2250A931-0CA8-4589-9CBC-1C2059E4E12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459" y="257566"/>
            <a:ext cx="567001" cy="567001"/>
          </a:xfrm>
          <a:prstGeom prst="rect">
            <a:avLst/>
          </a:prstGeom>
        </p:spPr>
      </p:pic>
      <p:pic>
        <p:nvPicPr>
          <p:cNvPr id="70" name="影片-按鈕">
            <a:hlinkClick r:id="" action="ppaction://noaction"/>
            <a:extLst>
              <a:ext uri="{FF2B5EF4-FFF2-40B4-BE49-F238E27FC236}">
                <a16:creationId xmlns:a16="http://schemas.microsoft.com/office/drawing/2014/main" id="{51B5CE26-EF4C-4B23-9DB9-2BBAE57B4A18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081" y="311447"/>
            <a:ext cx="555570" cy="45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17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8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91586E-6 L 2.5E-6 -0.42683 " pathEditMode="relative" rAng="0" ptsTypes="AA">
                                      <p:cBhvr>
                                        <p:cTn id="9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355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0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1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1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33213E-7 L 2.5E-6 -1.23049 " pathEditMode="relative" rAng="0" ptsTypes="AA">
                                      <p:cBhvr>
                                        <p:cTn id="1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538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3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4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4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6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7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8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5.10969E-7 L -1.00382 5.10969E-7 " pathEditMode="relative" rAng="0" ptsTypes="AA">
                                      <p:cBhvr>
                                        <p:cTn id="1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0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0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0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1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19356E-6 L 2.5E-6 -0.83172 " pathEditMode="relative" rAng="0" ptsTypes="AA">
                                      <p:cBhvr>
                                        <p:cTn id="2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1600"/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4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5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5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audio>
              <p:cMediaNode vol="80000"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9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70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4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9" dur="1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4" dur="1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9" dur="1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audio>
              <p:cMediaNode vol="80000">
                <p:cTn id="29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6"/>
                </p:tgtEl>
              </p:cMediaNode>
            </p:audio>
            <p:audio>
              <p:cMediaNode vol="80000">
                <p:cTn id="29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  <p:audio>
              <p:cMediaNode vol="80000">
                <p:cTn id="29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8"/>
                </p:tgtEl>
              </p:cMediaNode>
            </p:audio>
            <p:audio>
              <p:cMediaNode vol="80000">
                <p:cTn id="29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0"/>
                </p:tgtEl>
              </p:cMediaNode>
            </p:audio>
            <p:seq concurrent="1" nextAc="seek">
              <p:cTn id="294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5" fill="hold">
                      <p:stCondLst>
                        <p:cond delay="0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2.59372E-6 L -1.99653 2.59372E-6 " pathEditMode="relative" rAng="0" ptsTypes="AA">
                                      <p:cBhvr>
                                        <p:cTn id="30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826" y="0"/>
                                    </p:animMotion>
                                  </p:childTnLst>
                                </p:cTn>
                              </p:par>
                              <p:par>
                                <p:cTn id="3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30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30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31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31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圖片 61">
            <a:extLst>
              <a:ext uri="{FF2B5EF4-FFF2-40B4-BE49-F238E27FC236}">
                <a16:creationId xmlns:a16="http://schemas.microsoft.com/office/drawing/2014/main" id="{ABAC086E-0BD0-4FD7-9F24-8B7E79C170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D08AF0FB-8CC6-4AB2-97EA-21F16C67D2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64" name="文字方塊 63">
            <a:extLst>
              <a:ext uri="{FF2B5EF4-FFF2-40B4-BE49-F238E27FC236}">
                <a16:creationId xmlns:a16="http://schemas.microsoft.com/office/drawing/2014/main" id="{A5CBEBE3-843F-450C-B237-98E54C8F24A0}"/>
              </a:ext>
            </a:extLst>
          </p:cNvPr>
          <p:cNvSpPr txBox="1"/>
          <p:nvPr/>
        </p:nvSpPr>
        <p:spPr>
          <a:xfrm>
            <a:off x="1974823" y="1005628"/>
            <a:ext cx="6448763" cy="2273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緊來鼻芳 阿母有滷肉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緊</a:t>
            </a:r>
            <a:r>
              <a:rPr lang="zh-TW" altLang="en-US" sz="2800" b="1" u="sng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崁</a:t>
            </a:r>
            <a:r>
              <a:rPr lang="en-US" altLang="zh-TW" sz="2800" b="1" u="sng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8</a:t>
            </a: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耳空 阿伯咧磅米芳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 u="sng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囥</a:t>
            </a:r>
            <a:r>
              <a:rPr lang="en-US" altLang="zh-TW" sz="2800" b="1" u="sng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9</a:t>
            </a:r>
            <a:r>
              <a:rPr lang="zh-TW" altLang="en-US" sz="2800" b="1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下手頭 自揣的煩惱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咱來去 大甲廟口 踅街 拍煙腸</a:t>
            </a:r>
          </a:p>
        </p:txBody>
      </p:sp>
      <p:grpSp>
        <p:nvGrpSpPr>
          <p:cNvPr id="65" name="翻譯文字">
            <a:extLst>
              <a:ext uri="{FF2B5EF4-FFF2-40B4-BE49-F238E27FC236}">
                <a16:creationId xmlns:a16="http://schemas.microsoft.com/office/drawing/2014/main" id="{33A97196-34C1-4F28-9B6F-331221CEBD3E}"/>
              </a:ext>
            </a:extLst>
          </p:cNvPr>
          <p:cNvGrpSpPr/>
          <p:nvPr/>
        </p:nvGrpSpPr>
        <p:grpSpPr>
          <a:xfrm>
            <a:off x="9220127" y="3408332"/>
            <a:ext cx="8834244" cy="2135399"/>
            <a:chOff x="9220638" y="3382206"/>
            <a:chExt cx="8834244" cy="2135399"/>
          </a:xfrm>
        </p:grpSpPr>
        <p:pic>
          <p:nvPicPr>
            <p:cNvPr id="66" name="圖片 65">
              <a:extLst>
                <a:ext uri="{FF2B5EF4-FFF2-40B4-BE49-F238E27FC236}">
                  <a16:creationId xmlns:a16="http://schemas.microsoft.com/office/drawing/2014/main" id="{167B4CE8-FC3E-4C2C-B22E-253FE6812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330AC3F3-6330-4DEF-9AD3-2C345A1490EA}"/>
                </a:ext>
              </a:extLst>
            </p:cNvPr>
            <p:cNvSpPr txBox="1"/>
            <p:nvPr/>
          </p:nvSpPr>
          <p:spPr>
            <a:xfrm>
              <a:off x="11286819" y="3546837"/>
              <a:ext cx="6453051" cy="1806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趕快來聞聞這香味 媽媽有滷一鍋肉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趕快摀住耳朵 伯伯在爆米花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放下手頭 自尋的煩惱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我們去 大甲廟口 逛夜市 打香腸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75" name="翻譯按鈕">
            <a:extLst>
              <a:ext uri="{FF2B5EF4-FFF2-40B4-BE49-F238E27FC236}">
                <a16:creationId xmlns:a16="http://schemas.microsoft.com/office/drawing/2014/main" id="{E4E22654-C7AE-4969-8957-BA84C0593E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705" y="257566"/>
            <a:ext cx="567001" cy="567001"/>
          </a:xfrm>
          <a:prstGeom prst="rect">
            <a:avLst/>
          </a:prstGeom>
        </p:spPr>
      </p:pic>
      <p:pic>
        <p:nvPicPr>
          <p:cNvPr id="84" name="圖片 83">
            <a:hlinkClick r:id="" action="ppaction://noaction"/>
            <a:extLst>
              <a:ext uri="{FF2B5EF4-FFF2-40B4-BE49-F238E27FC236}">
                <a16:creationId xmlns:a16="http://schemas.microsoft.com/office/drawing/2014/main" id="{6CD0B7C1-33B1-40FD-A74F-5F7266E098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1954778"/>
            <a:ext cx="233202" cy="1262035"/>
          </a:xfrm>
          <a:prstGeom prst="rect">
            <a:avLst/>
          </a:prstGeom>
        </p:spPr>
      </p:pic>
      <p:pic>
        <p:nvPicPr>
          <p:cNvPr id="85" name="圖片 84">
            <a:hlinkClick r:id="rId13" action="ppaction://hlinksldjump"/>
            <a:extLst>
              <a:ext uri="{FF2B5EF4-FFF2-40B4-BE49-F238E27FC236}">
                <a16:creationId xmlns:a16="http://schemas.microsoft.com/office/drawing/2014/main" id="{FB01225F-009B-4472-9D2F-A7095171828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C76CF426-1D45-46B8-9674-9FDB7C55F6B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2908167" cy="868792"/>
          </a:xfrm>
          <a:prstGeom prst="rect">
            <a:avLst/>
          </a:prstGeom>
        </p:spPr>
      </p:pic>
      <p:grpSp>
        <p:nvGrpSpPr>
          <p:cNvPr id="30" name="註解文字09">
            <a:extLst>
              <a:ext uri="{FF2B5EF4-FFF2-40B4-BE49-F238E27FC236}">
                <a16:creationId xmlns:a16="http://schemas.microsoft.com/office/drawing/2014/main" id="{472748FF-71C5-4207-A2A9-BF0D3D6AF668}"/>
              </a:ext>
            </a:extLst>
          </p:cNvPr>
          <p:cNvGrpSpPr/>
          <p:nvPr/>
        </p:nvGrpSpPr>
        <p:grpSpPr>
          <a:xfrm>
            <a:off x="27252" y="5852223"/>
            <a:ext cx="8834244" cy="2135399"/>
            <a:chOff x="28216" y="3382206"/>
            <a:chExt cx="8834244" cy="2135399"/>
          </a:xfrm>
        </p:grpSpPr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3B91CB76-5E38-46B0-AAB2-B18C52C03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3D2870F9-10D7-4AB9-843C-019248BA0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0218" y="3776759"/>
              <a:ext cx="1775766" cy="451690"/>
            </a:xfrm>
            <a:prstGeom prst="rect">
              <a:avLst/>
            </a:prstGeom>
          </p:spPr>
        </p:pic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E60EC088-4197-4A47-BE70-C948F430BAC0}"/>
                </a:ext>
              </a:extLst>
            </p:cNvPr>
            <p:cNvSpPr txBox="1"/>
            <p:nvPr/>
          </p:nvSpPr>
          <p:spPr>
            <a:xfrm>
              <a:off x="1421298" y="4201803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khǹg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A1FD9B5E-BC92-4BFF-A8FF-677EBE79ECFA}"/>
                </a:ext>
              </a:extLst>
            </p:cNvPr>
            <p:cNvSpPr txBox="1"/>
            <p:nvPr/>
          </p:nvSpPr>
          <p:spPr>
            <a:xfrm>
              <a:off x="1421298" y="4658315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擱下、放下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</p:grpSp>
      <p:grpSp>
        <p:nvGrpSpPr>
          <p:cNvPr id="68" name="註解文字08">
            <a:extLst>
              <a:ext uri="{FF2B5EF4-FFF2-40B4-BE49-F238E27FC236}">
                <a16:creationId xmlns:a16="http://schemas.microsoft.com/office/drawing/2014/main" id="{9E997787-93A8-4BE6-9302-09D1D1DF5ACD}"/>
              </a:ext>
            </a:extLst>
          </p:cNvPr>
          <p:cNvGrpSpPr/>
          <p:nvPr/>
        </p:nvGrpSpPr>
        <p:grpSpPr>
          <a:xfrm>
            <a:off x="28216" y="3421395"/>
            <a:ext cx="8834244" cy="2135399"/>
            <a:chOff x="28216" y="3382206"/>
            <a:chExt cx="8834244" cy="2135399"/>
          </a:xfrm>
        </p:grpSpPr>
        <p:pic>
          <p:nvPicPr>
            <p:cNvPr id="69" name="圖片 68">
              <a:extLst>
                <a:ext uri="{FF2B5EF4-FFF2-40B4-BE49-F238E27FC236}">
                  <a16:creationId xmlns:a16="http://schemas.microsoft.com/office/drawing/2014/main" id="{82BB585A-D1A8-4961-9D77-61965E377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70" name="圖片 69">
              <a:extLst>
                <a:ext uri="{FF2B5EF4-FFF2-40B4-BE49-F238E27FC236}">
                  <a16:creationId xmlns:a16="http://schemas.microsoft.com/office/drawing/2014/main" id="{A95837AB-C8EC-4D21-8FEB-D3CD95530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0218" y="3778973"/>
              <a:ext cx="1775766" cy="447263"/>
            </a:xfrm>
            <a:prstGeom prst="rect">
              <a:avLst/>
            </a:prstGeom>
          </p:spPr>
        </p:pic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DA130E47-2990-486F-A850-B3EC389D9BA4}"/>
                </a:ext>
              </a:extLst>
            </p:cNvPr>
            <p:cNvSpPr txBox="1"/>
            <p:nvPr/>
          </p:nvSpPr>
          <p:spPr>
            <a:xfrm>
              <a:off x="1421298" y="4201803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khàm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DACC706F-505E-479F-8F45-2693B7F1DEFA}"/>
                </a:ext>
              </a:extLst>
            </p:cNvPr>
            <p:cNvSpPr txBox="1"/>
            <p:nvPr/>
          </p:nvSpPr>
          <p:spPr>
            <a:xfrm>
              <a:off x="1421297" y="4658315"/>
              <a:ext cx="7336327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覆蓋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</p:grpSp>
      <p:grpSp>
        <p:nvGrpSpPr>
          <p:cNvPr id="39" name="灰色音訊">
            <a:extLst>
              <a:ext uri="{FF2B5EF4-FFF2-40B4-BE49-F238E27FC236}">
                <a16:creationId xmlns:a16="http://schemas.microsoft.com/office/drawing/2014/main" id="{9A425FC7-FE26-42D7-B8EC-87083209AA67}"/>
              </a:ext>
            </a:extLst>
          </p:cNvPr>
          <p:cNvGrpSpPr/>
          <p:nvPr/>
        </p:nvGrpSpPr>
        <p:grpSpPr>
          <a:xfrm>
            <a:off x="7317976" y="3281486"/>
            <a:ext cx="1026612" cy="370976"/>
            <a:chOff x="2004336" y="3253100"/>
            <a:chExt cx="1026612" cy="370976"/>
          </a:xfrm>
        </p:grpSpPr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19127B4B-FF83-4D31-BDD9-C4437BB86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4336" y="3253100"/>
              <a:ext cx="448114" cy="324654"/>
            </a:xfrm>
            <a:prstGeom prst="rect">
              <a:avLst/>
            </a:prstGeom>
          </p:spPr>
        </p:pic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B0B86056-EB34-4265-B1BF-20418F487CF6}"/>
                </a:ext>
              </a:extLst>
            </p:cNvPr>
            <p:cNvSpPr txBox="1"/>
            <p:nvPr/>
          </p:nvSpPr>
          <p:spPr>
            <a:xfrm>
              <a:off x="2045489" y="3335023"/>
              <a:ext cx="365807" cy="289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200"/>
                </a:spcBef>
                <a:buClr>
                  <a:srgbClr val="FC8D89"/>
                </a:buClr>
              </a:pPr>
              <a:r>
                <a:rPr lang="en-US" altLang="zh-TW" sz="1100" b="1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08</a:t>
              </a:r>
              <a:endParaRPr lang="zh-TW" altLang="en-US" sz="1100" b="1" dirty="0">
                <a:solidFill>
                  <a:schemeClr val="bg1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01D41026-EE3B-4E54-AF5B-E58C2D9B8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2834" y="3253100"/>
              <a:ext cx="448114" cy="324654"/>
            </a:xfrm>
            <a:prstGeom prst="rect">
              <a:avLst/>
            </a:prstGeom>
          </p:spPr>
        </p:pic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F4EC8277-8B18-4FB0-8962-D1A1225C78E0}"/>
                </a:ext>
              </a:extLst>
            </p:cNvPr>
            <p:cNvSpPr txBox="1"/>
            <p:nvPr/>
          </p:nvSpPr>
          <p:spPr>
            <a:xfrm>
              <a:off x="2623987" y="3335023"/>
              <a:ext cx="365807" cy="289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200"/>
                </a:spcBef>
                <a:buClr>
                  <a:srgbClr val="FC8D89"/>
                </a:buClr>
              </a:pPr>
              <a:r>
                <a:rPr lang="en-US" altLang="zh-TW" sz="1100" b="1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09</a:t>
              </a:r>
              <a:endParaRPr lang="zh-TW" altLang="en-US" sz="1100" b="1" dirty="0">
                <a:solidFill>
                  <a:schemeClr val="bg1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sp>
        <p:nvSpPr>
          <p:cNvPr id="35" name="註解點選框-09">
            <a:extLst>
              <a:ext uri="{FF2B5EF4-FFF2-40B4-BE49-F238E27FC236}">
                <a16:creationId xmlns:a16="http://schemas.microsoft.com/office/drawing/2014/main" id="{7B4F9A53-6BDF-43E4-9231-0A16ED649BB7}"/>
              </a:ext>
            </a:extLst>
          </p:cNvPr>
          <p:cNvSpPr/>
          <p:nvPr/>
        </p:nvSpPr>
        <p:spPr>
          <a:xfrm>
            <a:off x="2012906" y="2243704"/>
            <a:ext cx="648462" cy="496999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註解點選框-08">
            <a:extLst>
              <a:ext uri="{FF2B5EF4-FFF2-40B4-BE49-F238E27FC236}">
                <a16:creationId xmlns:a16="http://schemas.microsoft.com/office/drawing/2014/main" id="{98290B81-FDE3-47E8-A2C4-0CA649D8DAB2}"/>
              </a:ext>
            </a:extLst>
          </p:cNvPr>
          <p:cNvSpPr/>
          <p:nvPr/>
        </p:nvSpPr>
        <p:spPr>
          <a:xfrm>
            <a:off x="2337137" y="1679990"/>
            <a:ext cx="648462" cy="50572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001P007 手機仔04(00_18)">
            <a:hlinkClick r:id="" action="ppaction://media"/>
            <a:extLst>
              <a:ext uri="{FF2B5EF4-FFF2-40B4-BE49-F238E27FC236}">
                <a16:creationId xmlns:a16="http://schemas.microsoft.com/office/drawing/2014/main" id="{D53DA0E2-626F-476C-8FB9-5AE9755918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577" y="257566"/>
            <a:ext cx="567001" cy="567001"/>
          </a:xfrm>
          <a:prstGeom prst="rect">
            <a:avLst/>
          </a:prstGeom>
        </p:spPr>
      </p:pic>
      <p:pic>
        <p:nvPicPr>
          <p:cNvPr id="36" name="001P007 註解-08崁(00_01)">
            <a:hlinkClick r:id="" action="ppaction://media"/>
            <a:extLst>
              <a:ext uri="{FF2B5EF4-FFF2-40B4-BE49-F238E27FC236}">
                <a16:creationId xmlns:a16="http://schemas.microsoft.com/office/drawing/2014/main" id="{2F5D4B33-C284-406F-AA9B-36A9F012EB5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036" y="3286059"/>
            <a:ext cx="448114" cy="320081"/>
          </a:xfrm>
          <a:prstGeom prst="rect">
            <a:avLst/>
          </a:prstGeom>
        </p:spPr>
      </p:pic>
      <p:pic>
        <p:nvPicPr>
          <p:cNvPr id="37" name="001P007 註解-09囥(00_01)">
            <a:hlinkClick r:id="" action="ppaction://media"/>
            <a:extLst>
              <a:ext uri="{FF2B5EF4-FFF2-40B4-BE49-F238E27FC236}">
                <a16:creationId xmlns:a16="http://schemas.microsoft.com/office/drawing/2014/main" id="{32874295-C00A-4A46-B5E2-DC945D4F396F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474" y="3286059"/>
            <a:ext cx="448114" cy="320081"/>
          </a:xfrm>
          <a:prstGeom prst="rect">
            <a:avLst/>
          </a:prstGeom>
        </p:spPr>
      </p:pic>
      <p:pic>
        <p:nvPicPr>
          <p:cNvPr id="41" name="台羅按鈕">
            <a:extLst>
              <a:ext uri="{FF2B5EF4-FFF2-40B4-BE49-F238E27FC236}">
                <a16:creationId xmlns:a16="http://schemas.microsoft.com/office/drawing/2014/main" id="{825A0145-1142-45EA-8EC3-B206A912420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082" y="257566"/>
            <a:ext cx="567001" cy="567001"/>
          </a:xfrm>
          <a:prstGeom prst="rect">
            <a:avLst/>
          </a:prstGeom>
        </p:spPr>
      </p:pic>
      <p:grpSp>
        <p:nvGrpSpPr>
          <p:cNvPr id="46" name="台羅文字">
            <a:extLst>
              <a:ext uri="{FF2B5EF4-FFF2-40B4-BE49-F238E27FC236}">
                <a16:creationId xmlns:a16="http://schemas.microsoft.com/office/drawing/2014/main" id="{AD71D978-26F6-48AA-AD3F-F7298B958D74}"/>
              </a:ext>
            </a:extLst>
          </p:cNvPr>
          <p:cNvGrpSpPr/>
          <p:nvPr/>
        </p:nvGrpSpPr>
        <p:grpSpPr>
          <a:xfrm>
            <a:off x="18284614" y="3423681"/>
            <a:ext cx="8834244" cy="2130827"/>
            <a:chOff x="9220638" y="3384492"/>
            <a:chExt cx="8834244" cy="2130827"/>
          </a:xfrm>
        </p:grpSpPr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4A701183-CB17-4F66-BE2B-CD14CAB14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4492"/>
              <a:ext cx="8834244" cy="2130827"/>
            </a:xfrm>
            <a:prstGeom prst="rect">
              <a:avLst/>
            </a:prstGeom>
          </p:spPr>
        </p:pic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FDF49945-2B01-4B66-A30B-127AF5344326}"/>
                </a:ext>
              </a:extLst>
            </p:cNvPr>
            <p:cNvSpPr txBox="1"/>
            <p:nvPr/>
          </p:nvSpPr>
          <p:spPr>
            <a:xfrm>
              <a:off x="10559338" y="3629758"/>
              <a:ext cx="7219507" cy="16791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Kín lâi phīnn-phang A-bú ū lóo-bah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Kín </a:t>
              </a:r>
              <a:r>
                <a:rPr lang="en-US" altLang="zh-TW" sz="2200" b="1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khàm</a:t>
              </a:r>
              <a:r>
                <a:rPr lang="en-US" altLang="zh-TW" sz="2000" b="1" baseline="30000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8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 hīnn-khang A-peh teh pōng-bí-phang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Khǹg</a:t>
              </a:r>
              <a:r>
                <a:rPr lang="en-US" altLang="zh-TW" sz="2000" b="1" baseline="30000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9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-hā tshiú-thâu tsū tshuē ê huân-ló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Lán lâi-khì Tāi-kah biō-kháu se̍h-ke phah-ian-tshiâng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grpSp>
        <p:nvGrpSpPr>
          <p:cNvPr id="76" name="頁碼">
            <a:extLst>
              <a:ext uri="{FF2B5EF4-FFF2-40B4-BE49-F238E27FC236}">
                <a16:creationId xmlns:a16="http://schemas.microsoft.com/office/drawing/2014/main" id="{B14B80AE-BBBA-4F08-89EE-B3A18C0C2833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77" name="圖片 76">
              <a:extLst>
                <a:ext uri="{FF2B5EF4-FFF2-40B4-BE49-F238E27FC236}">
                  <a16:creationId xmlns:a16="http://schemas.microsoft.com/office/drawing/2014/main" id="{81BC36A3-08B3-41CD-A911-E251EC750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499F8F7C-B9F1-4153-B62C-398B1FCED252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007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50" name="課文放大按鈕">
            <a:hlinkClick r:id="" action="ppaction://noaction"/>
            <a:extLst>
              <a:ext uri="{FF2B5EF4-FFF2-40B4-BE49-F238E27FC236}">
                <a16:creationId xmlns:a16="http://schemas.microsoft.com/office/drawing/2014/main" id="{5FAD590B-6BE6-4769-8593-C7742B37B76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459" y="257566"/>
            <a:ext cx="567001" cy="567001"/>
          </a:xfrm>
          <a:prstGeom prst="rect">
            <a:avLst/>
          </a:prstGeom>
        </p:spPr>
      </p:pic>
      <p:pic>
        <p:nvPicPr>
          <p:cNvPr id="40" name="影片-按鈕">
            <a:hlinkClick r:id="" action="ppaction://noaction"/>
            <a:extLst>
              <a:ext uri="{FF2B5EF4-FFF2-40B4-BE49-F238E27FC236}">
                <a16:creationId xmlns:a16="http://schemas.microsoft.com/office/drawing/2014/main" id="{1F456E97-690A-442C-AC72-3B1845E7BE16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081" y="311447"/>
            <a:ext cx="555570" cy="45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3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89947E-6 L -1.00382 1.89947E-6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6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8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1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91586E-6 L 2.5E-6 -0.42683 " pathEditMode="relative" rAng="0" ptsTypes="AA">
                                      <p:cBhvr>
                                        <p:cTn id="1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355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3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4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audio>
              <p:cMediaNode vol="80000">
                <p:cTn id="1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9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4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audio>
              <p:cMediaNode vol="80000">
                <p:cTn id="1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  <p:audio>
              <p:cMediaNode vol="80000">
                <p:cTn id="1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2.59372E-6 L -1.99653 2.59372E-6 " pathEditMode="relative" rAng="0" ptsTypes="AA">
                                      <p:cBhvr>
                                        <p:cTn id="1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826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7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8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圖片 61">
            <a:extLst>
              <a:ext uri="{FF2B5EF4-FFF2-40B4-BE49-F238E27FC236}">
                <a16:creationId xmlns:a16="http://schemas.microsoft.com/office/drawing/2014/main" id="{ABAC086E-0BD0-4FD7-9F24-8B7E79C170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D08AF0FB-8CC6-4AB2-97EA-21F16C67D2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64" name="文字方塊 63">
            <a:extLst>
              <a:ext uri="{FF2B5EF4-FFF2-40B4-BE49-F238E27FC236}">
                <a16:creationId xmlns:a16="http://schemas.microsoft.com/office/drawing/2014/main" id="{A5CBEBE3-843F-450C-B237-98E54C8F24A0}"/>
              </a:ext>
            </a:extLst>
          </p:cNvPr>
          <p:cNvSpPr txBox="1"/>
          <p:nvPr/>
        </p:nvSpPr>
        <p:spPr>
          <a:xfrm>
            <a:off x="2668703" y="1030371"/>
            <a:ext cx="5809886" cy="2273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手機仔毋是你的愛人仔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哪會每一工都共伊 攬牢牢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像咱遮好的人 輸予手機仔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心內親像著賊偷</a:t>
            </a:r>
          </a:p>
        </p:txBody>
      </p:sp>
      <p:grpSp>
        <p:nvGrpSpPr>
          <p:cNvPr id="65" name="翻譯文字">
            <a:extLst>
              <a:ext uri="{FF2B5EF4-FFF2-40B4-BE49-F238E27FC236}">
                <a16:creationId xmlns:a16="http://schemas.microsoft.com/office/drawing/2014/main" id="{33A97196-34C1-4F28-9B6F-331221CEBD3E}"/>
              </a:ext>
            </a:extLst>
          </p:cNvPr>
          <p:cNvGrpSpPr/>
          <p:nvPr/>
        </p:nvGrpSpPr>
        <p:grpSpPr>
          <a:xfrm>
            <a:off x="9220127" y="3408332"/>
            <a:ext cx="8834244" cy="2135399"/>
            <a:chOff x="9220638" y="3382206"/>
            <a:chExt cx="8834244" cy="2135399"/>
          </a:xfrm>
        </p:grpSpPr>
        <p:pic>
          <p:nvPicPr>
            <p:cNvPr id="66" name="圖片 65">
              <a:extLst>
                <a:ext uri="{FF2B5EF4-FFF2-40B4-BE49-F238E27FC236}">
                  <a16:creationId xmlns:a16="http://schemas.microsoft.com/office/drawing/2014/main" id="{167B4CE8-FC3E-4C2C-B22E-253FE6812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330AC3F3-6330-4DEF-9AD3-2C345A1490EA}"/>
                </a:ext>
              </a:extLst>
            </p:cNvPr>
            <p:cNvSpPr txBox="1"/>
            <p:nvPr/>
          </p:nvSpPr>
          <p:spPr>
            <a:xfrm>
              <a:off x="11417447" y="3553032"/>
              <a:ext cx="6322423" cy="1806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手機不是你的情人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怎會每天都將它 摟得緊緊的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像我們這麼好的人 卻輸給手機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內心就像遭小偷一樣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75" name="翻譯按鈕">
            <a:extLst>
              <a:ext uri="{FF2B5EF4-FFF2-40B4-BE49-F238E27FC236}">
                <a16:creationId xmlns:a16="http://schemas.microsoft.com/office/drawing/2014/main" id="{E4E22654-C7AE-4969-8957-BA84C0593E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705" y="257566"/>
            <a:ext cx="567001" cy="567001"/>
          </a:xfrm>
          <a:prstGeom prst="rect">
            <a:avLst/>
          </a:prstGeom>
        </p:spPr>
      </p:pic>
      <p:grpSp>
        <p:nvGrpSpPr>
          <p:cNvPr id="76" name="頁碼">
            <a:extLst>
              <a:ext uri="{FF2B5EF4-FFF2-40B4-BE49-F238E27FC236}">
                <a16:creationId xmlns:a16="http://schemas.microsoft.com/office/drawing/2014/main" id="{B14B80AE-BBBA-4F08-89EE-B3A18C0C2833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77" name="圖片 76">
              <a:extLst>
                <a:ext uri="{FF2B5EF4-FFF2-40B4-BE49-F238E27FC236}">
                  <a16:creationId xmlns:a16="http://schemas.microsoft.com/office/drawing/2014/main" id="{81BC36A3-08B3-41CD-A911-E251EC750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499F8F7C-B9F1-4153-B62C-398B1FCED252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008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85" name="圖片 84">
            <a:hlinkClick r:id="rId9" action="ppaction://hlinksldjump"/>
            <a:extLst>
              <a:ext uri="{FF2B5EF4-FFF2-40B4-BE49-F238E27FC236}">
                <a16:creationId xmlns:a16="http://schemas.microsoft.com/office/drawing/2014/main" id="{FB01225F-009B-4472-9D2F-A709517182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C76CF426-1D45-46B8-9674-9FDB7C55F6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2908167" cy="868792"/>
          </a:xfrm>
          <a:prstGeom prst="rect">
            <a:avLst/>
          </a:prstGeom>
        </p:spPr>
      </p:pic>
      <p:pic>
        <p:nvPicPr>
          <p:cNvPr id="3" name="001P008 手機仔05(00_17)">
            <a:hlinkClick r:id="" action="ppaction://media"/>
            <a:extLst>
              <a:ext uri="{FF2B5EF4-FFF2-40B4-BE49-F238E27FC236}">
                <a16:creationId xmlns:a16="http://schemas.microsoft.com/office/drawing/2014/main" id="{73D248B1-812A-462C-B47A-206E9A44F1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577" y="257566"/>
            <a:ext cx="567001" cy="567001"/>
          </a:xfrm>
          <a:prstGeom prst="rect">
            <a:avLst/>
          </a:prstGeom>
        </p:spPr>
      </p:pic>
      <p:pic>
        <p:nvPicPr>
          <p:cNvPr id="17" name="台羅按鈕">
            <a:extLst>
              <a:ext uri="{FF2B5EF4-FFF2-40B4-BE49-F238E27FC236}">
                <a16:creationId xmlns:a16="http://schemas.microsoft.com/office/drawing/2014/main" id="{8A18698C-EB97-451D-A8B7-2D9237C7EB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082" y="257566"/>
            <a:ext cx="567001" cy="567001"/>
          </a:xfrm>
          <a:prstGeom prst="rect">
            <a:avLst/>
          </a:prstGeom>
        </p:spPr>
      </p:pic>
      <p:grpSp>
        <p:nvGrpSpPr>
          <p:cNvPr id="18" name="台羅文字">
            <a:extLst>
              <a:ext uri="{FF2B5EF4-FFF2-40B4-BE49-F238E27FC236}">
                <a16:creationId xmlns:a16="http://schemas.microsoft.com/office/drawing/2014/main" id="{80657108-2FD9-4912-BA5D-88A6FDB4834F}"/>
              </a:ext>
            </a:extLst>
          </p:cNvPr>
          <p:cNvGrpSpPr/>
          <p:nvPr/>
        </p:nvGrpSpPr>
        <p:grpSpPr>
          <a:xfrm>
            <a:off x="18284614" y="3423681"/>
            <a:ext cx="8834244" cy="2130827"/>
            <a:chOff x="9220638" y="3384492"/>
            <a:chExt cx="8834244" cy="2130827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243A98A4-5A94-4CD5-8EFC-7FC8ABCD3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4492"/>
              <a:ext cx="8834244" cy="2130827"/>
            </a:xfrm>
            <a:prstGeom prst="rect">
              <a:avLst/>
            </a:prstGeom>
          </p:spPr>
        </p:pic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96786612-7C9F-4AB0-A3B7-4693998C3991}"/>
                </a:ext>
              </a:extLst>
            </p:cNvPr>
            <p:cNvSpPr txBox="1"/>
            <p:nvPr/>
          </p:nvSpPr>
          <p:spPr>
            <a:xfrm>
              <a:off x="10660938" y="3609662"/>
              <a:ext cx="7117907" cy="16791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Tshiú-ki-á </a:t>
              </a:r>
              <a:r>
                <a:rPr lang="en-US" altLang="zh-TW" sz="22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˜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 sī lí ê ài-jîn-á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Ná-ē muí ts</a:t>
              </a:r>
              <a:r>
                <a:rPr lang="en-US" altLang="zh-TW" sz="22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…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 kang to kā i lám-tiâu-tiâu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Tshiūnn lán tsiah hó ê lâng su hōo tshiú-ki-á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Sim-lāi tshin-tshiūnn tio̍h-tsha̍t-thau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24" name="課文放大按鈕">
            <a:hlinkClick r:id="" action="ppaction://noaction"/>
            <a:extLst>
              <a:ext uri="{FF2B5EF4-FFF2-40B4-BE49-F238E27FC236}">
                <a16:creationId xmlns:a16="http://schemas.microsoft.com/office/drawing/2014/main" id="{08FB50E1-DE58-421F-8866-F44882DD3A6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459" y="257566"/>
            <a:ext cx="567001" cy="567001"/>
          </a:xfrm>
          <a:prstGeom prst="rect">
            <a:avLst/>
          </a:prstGeom>
        </p:spPr>
      </p:pic>
      <p:pic>
        <p:nvPicPr>
          <p:cNvPr id="21" name="影片-按鈕">
            <a:hlinkClick r:id="" action="ppaction://noaction"/>
            <a:extLst>
              <a:ext uri="{FF2B5EF4-FFF2-40B4-BE49-F238E27FC236}">
                <a16:creationId xmlns:a16="http://schemas.microsoft.com/office/drawing/2014/main" id="{0934D93F-F06C-4E1D-A442-B702A423437A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081" y="311447"/>
            <a:ext cx="555570" cy="45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5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89947E-6 L -1.00382 1.89947E-6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2.59372E-6 L -1.99653 2.59372E-6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826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圖片 61">
            <a:extLst>
              <a:ext uri="{FF2B5EF4-FFF2-40B4-BE49-F238E27FC236}">
                <a16:creationId xmlns:a16="http://schemas.microsoft.com/office/drawing/2014/main" id="{ABAC086E-0BD0-4FD7-9F24-8B7E79C170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D08AF0FB-8CC6-4AB2-97EA-21F16C67D2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64" name="文字方塊 63">
            <a:extLst>
              <a:ext uri="{FF2B5EF4-FFF2-40B4-BE49-F238E27FC236}">
                <a16:creationId xmlns:a16="http://schemas.microsoft.com/office/drawing/2014/main" id="{A5CBEBE3-843F-450C-B237-98E54C8F24A0}"/>
              </a:ext>
            </a:extLst>
          </p:cNvPr>
          <p:cNvSpPr txBox="1"/>
          <p:nvPr/>
        </p:nvSpPr>
        <p:spPr>
          <a:xfrm>
            <a:off x="2452021" y="948358"/>
            <a:ext cx="5809886" cy="2424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手機仔毋是你的愛人仔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敢會當留一點時間佮我做伴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這葩愛的電火 毋免充電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會使陪你過春夏秋冬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予我陪你過春夏秋冬</a:t>
            </a:r>
          </a:p>
        </p:txBody>
      </p:sp>
      <p:grpSp>
        <p:nvGrpSpPr>
          <p:cNvPr id="65" name="翻譯文字">
            <a:extLst>
              <a:ext uri="{FF2B5EF4-FFF2-40B4-BE49-F238E27FC236}">
                <a16:creationId xmlns:a16="http://schemas.microsoft.com/office/drawing/2014/main" id="{33A97196-34C1-4F28-9B6F-331221CEBD3E}"/>
              </a:ext>
            </a:extLst>
          </p:cNvPr>
          <p:cNvGrpSpPr/>
          <p:nvPr/>
        </p:nvGrpSpPr>
        <p:grpSpPr>
          <a:xfrm>
            <a:off x="9220127" y="3408332"/>
            <a:ext cx="8834244" cy="2135399"/>
            <a:chOff x="9220638" y="3382206"/>
            <a:chExt cx="8834244" cy="2135399"/>
          </a:xfrm>
        </p:grpSpPr>
        <p:pic>
          <p:nvPicPr>
            <p:cNvPr id="66" name="圖片 65">
              <a:extLst>
                <a:ext uri="{FF2B5EF4-FFF2-40B4-BE49-F238E27FC236}">
                  <a16:creationId xmlns:a16="http://schemas.microsoft.com/office/drawing/2014/main" id="{167B4CE8-FC3E-4C2C-B22E-253FE6812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330AC3F3-6330-4DEF-9AD3-2C345A1490EA}"/>
                </a:ext>
              </a:extLst>
            </p:cNvPr>
            <p:cNvSpPr txBox="1"/>
            <p:nvPr/>
          </p:nvSpPr>
          <p:spPr>
            <a:xfrm>
              <a:off x="12044465" y="3506088"/>
              <a:ext cx="5695405" cy="1924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手機不是你的情人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能不能留一點時間和我作伴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這盞愛的電燈不用充電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能陪你度過春夏秋冬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讓我陪你度過春夏秋冬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75" name="翻譯按鈕">
            <a:extLst>
              <a:ext uri="{FF2B5EF4-FFF2-40B4-BE49-F238E27FC236}">
                <a16:creationId xmlns:a16="http://schemas.microsoft.com/office/drawing/2014/main" id="{E4E22654-C7AE-4969-8957-BA84C0593E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705" y="257566"/>
            <a:ext cx="567001" cy="567001"/>
          </a:xfrm>
          <a:prstGeom prst="rect">
            <a:avLst/>
          </a:prstGeom>
        </p:spPr>
      </p:pic>
      <p:grpSp>
        <p:nvGrpSpPr>
          <p:cNvPr id="76" name="頁碼">
            <a:extLst>
              <a:ext uri="{FF2B5EF4-FFF2-40B4-BE49-F238E27FC236}">
                <a16:creationId xmlns:a16="http://schemas.microsoft.com/office/drawing/2014/main" id="{B14B80AE-BBBA-4F08-89EE-B3A18C0C2833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77" name="圖片 76">
              <a:extLst>
                <a:ext uri="{FF2B5EF4-FFF2-40B4-BE49-F238E27FC236}">
                  <a16:creationId xmlns:a16="http://schemas.microsoft.com/office/drawing/2014/main" id="{81BC36A3-08B3-41CD-A911-E251EC750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499F8F7C-B9F1-4153-B62C-398B1FCED252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008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85" name="圖片 84">
            <a:hlinkClick r:id="rId9" action="ppaction://hlinksldjump"/>
            <a:extLst>
              <a:ext uri="{FF2B5EF4-FFF2-40B4-BE49-F238E27FC236}">
                <a16:creationId xmlns:a16="http://schemas.microsoft.com/office/drawing/2014/main" id="{FB01225F-009B-4472-9D2F-A709517182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C76CF426-1D45-46B8-9674-9FDB7C55F6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2908167" cy="868792"/>
          </a:xfrm>
          <a:prstGeom prst="rect">
            <a:avLst/>
          </a:prstGeom>
        </p:spPr>
      </p:pic>
      <p:pic>
        <p:nvPicPr>
          <p:cNvPr id="3" name="001P008 手機仔06(00_22)">
            <a:hlinkClick r:id="" action="ppaction://media"/>
            <a:extLst>
              <a:ext uri="{FF2B5EF4-FFF2-40B4-BE49-F238E27FC236}">
                <a16:creationId xmlns:a16="http://schemas.microsoft.com/office/drawing/2014/main" id="{C18C03D9-56F2-4DAF-8189-0B48F27970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778" y="257566"/>
            <a:ext cx="567001" cy="567001"/>
          </a:xfrm>
          <a:prstGeom prst="rect">
            <a:avLst/>
          </a:prstGeom>
        </p:spPr>
      </p:pic>
      <p:pic>
        <p:nvPicPr>
          <p:cNvPr id="17" name="台羅按鈕">
            <a:extLst>
              <a:ext uri="{FF2B5EF4-FFF2-40B4-BE49-F238E27FC236}">
                <a16:creationId xmlns:a16="http://schemas.microsoft.com/office/drawing/2014/main" id="{3DBD2B83-46BE-4C34-8A64-D8BEBA23954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082" y="257566"/>
            <a:ext cx="567001" cy="567001"/>
          </a:xfrm>
          <a:prstGeom prst="rect">
            <a:avLst/>
          </a:prstGeom>
        </p:spPr>
      </p:pic>
      <p:grpSp>
        <p:nvGrpSpPr>
          <p:cNvPr id="18" name="台羅文字">
            <a:extLst>
              <a:ext uri="{FF2B5EF4-FFF2-40B4-BE49-F238E27FC236}">
                <a16:creationId xmlns:a16="http://schemas.microsoft.com/office/drawing/2014/main" id="{DC442ACB-1685-4FEC-B1FD-F3A46671C98B}"/>
              </a:ext>
            </a:extLst>
          </p:cNvPr>
          <p:cNvGrpSpPr/>
          <p:nvPr/>
        </p:nvGrpSpPr>
        <p:grpSpPr>
          <a:xfrm>
            <a:off x="18284614" y="3423681"/>
            <a:ext cx="8834244" cy="2130827"/>
            <a:chOff x="9220638" y="3384492"/>
            <a:chExt cx="8834244" cy="2130827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365F6C48-1640-4916-84E5-18B5502F1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4492"/>
              <a:ext cx="8834244" cy="2130827"/>
            </a:xfrm>
            <a:prstGeom prst="rect">
              <a:avLst/>
            </a:prstGeom>
          </p:spPr>
        </p:pic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941D43EB-25EC-455D-A0C8-85860B4E4DD2}"/>
                </a:ext>
              </a:extLst>
            </p:cNvPr>
            <p:cNvSpPr txBox="1"/>
            <p:nvPr/>
          </p:nvSpPr>
          <p:spPr>
            <a:xfrm>
              <a:off x="10660938" y="3516029"/>
              <a:ext cx="7117907" cy="1924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Tshiú-ki-á </a:t>
              </a:r>
              <a:r>
                <a:rPr lang="en-US" altLang="zh-TW" sz="22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˜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 sī lí ê ài-jîn-á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Kám ē-tàng lâu ts</a:t>
              </a:r>
              <a:r>
                <a:rPr lang="en-US" altLang="zh-TW" sz="22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…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 tiám sî-kan kah guá tsò-phuānn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Tsit pha ài ê tiān-hué </a:t>
              </a:r>
              <a:r>
                <a:rPr lang="en-US" altLang="zh-TW" sz="22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˜ 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-bián tshiong-tiān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Ē-sái puê lí kuè tshun-hā-tshiu-tang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Hōo guá puê lí kuè tshun-hā-tshiu-tang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24" name="課文放大按鈕">
            <a:hlinkClick r:id="" action="ppaction://noaction"/>
            <a:extLst>
              <a:ext uri="{FF2B5EF4-FFF2-40B4-BE49-F238E27FC236}">
                <a16:creationId xmlns:a16="http://schemas.microsoft.com/office/drawing/2014/main" id="{3B02A622-138F-4A79-BBB8-5C8A4FBB946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459" y="257566"/>
            <a:ext cx="567001" cy="567001"/>
          </a:xfrm>
          <a:prstGeom prst="rect">
            <a:avLst/>
          </a:prstGeom>
        </p:spPr>
      </p:pic>
      <p:pic>
        <p:nvPicPr>
          <p:cNvPr id="21" name="影片-按鈕">
            <a:hlinkClick r:id="" action="ppaction://noaction"/>
            <a:extLst>
              <a:ext uri="{FF2B5EF4-FFF2-40B4-BE49-F238E27FC236}">
                <a16:creationId xmlns:a16="http://schemas.microsoft.com/office/drawing/2014/main" id="{A1F2B91D-D0E8-4BFD-ACAF-B48485466E6B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081" y="311447"/>
            <a:ext cx="555570" cy="45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0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89947E-6 L -1.00382 1.89947E-6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2.59372E-6 L -1.99653 2.59372E-6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826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圖片 55">
            <a:extLst>
              <a:ext uri="{FF2B5EF4-FFF2-40B4-BE49-F238E27FC236}">
                <a16:creationId xmlns:a16="http://schemas.microsoft.com/office/drawing/2014/main" id="{AE72095B-8633-471A-B590-2D84A431A4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86F0F892-24F3-49D0-B138-2E08BDF57A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58" name="文字方塊 57">
            <a:extLst>
              <a:ext uri="{FF2B5EF4-FFF2-40B4-BE49-F238E27FC236}">
                <a16:creationId xmlns:a16="http://schemas.microsoft.com/office/drawing/2014/main" id="{4D4627FF-7087-4AA5-960F-B50ADA4C6A56}"/>
              </a:ext>
            </a:extLst>
          </p:cNvPr>
          <p:cNvSpPr txBox="1"/>
          <p:nvPr/>
        </p:nvSpPr>
        <p:spPr>
          <a:xfrm>
            <a:off x="2354228" y="1018021"/>
            <a:ext cx="5990360" cy="2273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有夠</a:t>
            </a:r>
            <a:r>
              <a:rPr lang="zh-TW" altLang="en-US" sz="2800" b="1" u="sng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緣投</a:t>
            </a:r>
            <a:r>
              <a:rPr lang="en-US" altLang="zh-TW" sz="2800" b="1" u="sng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10</a:t>
            </a: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看我穿西裝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媠媠芳芳 出門來</a:t>
            </a:r>
            <a:r>
              <a:rPr lang="zh-TW" altLang="en-US" sz="2800" b="1" u="sng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電頭鬃</a:t>
            </a:r>
            <a:r>
              <a:rPr lang="en-US" altLang="zh-TW" sz="2800" b="1" u="sng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11</a:t>
            </a:r>
            <a:r>
              <a:rPr lang="en-US" altLang="zh-TW" sz="2800" b="1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br>
              <a:rPr lang="en-US" altLang="zh-TW" sz="2800" b="1" baseline="3000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昨昏 我買一支新的手機仔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欲去送予一个 上重要的人</a:t>
            </a:r>
          </a:p>
        </p:txBody>
      </p:sp>
      <p:grpSp>
        <p:nvGrpSpPr>
          <p:cNvPr id="59" name="翻譯文字">
            <a:extLst>
              <a:ext uri="{FF2B5EF4-FFF2-40B4-BE49-F238E27FC236}">
                <a16:creationId xmlns:a16="http://schemas.microsoft.com/office/drawing/2014/main" id="{6B0EDBDD-EA38-4838-8E4F-FD5D72DDA292}"/>
              </a:ext>
            </a:extLst>
          </p:cNvPr>
          <p:cNvGrpSpPr/>
          <p:nvPr/>
        </p:nvGrpSpPr>
        <p:grpSpPr>
          <a:xfrm>
            <a:off x="9220127" y="3408332"/>
            <a:ext cx="8834244" cy="2135399"/>
            <a:chOff x="9220638" y="3382206"/>
            <a:chExt cx="8834244" cy="2135399"/>
          </a:xfrm>
        </p:grpSpPr>
        <p:pic>
          <p:nvPicPr>
            <p:cNvPr id="60" name="圖片 59">
              <a:extLst>
                <a:ext uri="{FF2B5EF4-FFF2-40B4-BE49-F238E27FC236}">
                  <a16:creationId xmlns:a16="http://schemas.microsoft.com/office/drawing/2014/main" id="{60C1B05D-5F64-4BB1-B8AB-02E6EE0F3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359186F6-1C54-484C-9968-1E1F5F9F7118}"/>
                </a:ext>
              </a:extLst>
            </p:cNvPr>
            <p:cNvSpPr txBox="1"/>
            <p:nvPr/>
          </p:nvSpPr>
          <p:spPr>
            <a:xfrm>
              <a:off x="11926899" y="3553032"/>
              <a:ext cx="5812971" cy="1806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好英俊呀 看我穿西裝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既漂亮又香氛 出門燙頭髮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昨天 我買一支新的手機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要送給一位 最重要的人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86" name="翻譯按鈕">
            <a:extLst>
              <a:ext uri="{FF2B5EF4-FFF2-40B4-BE49-F238E27FC236}">
                <a16:creationId xmlns:a16="http://schemas.microsoft.com/office/drawing/2014/main" id="{C33F224E-9A3C-43A9-8F2F-34F2CFDD6AA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705" y="257566"/>
            <a:ext cx="567001" cy="567001"/>
          </a:xfrm>
          <a:prstGeom prst="rect">
            <a:avLst/>
          </a:prstGeom>
        </p:spPr>
      </p:pic>
      <p:pic>
        <p:nvPicPr>
          <p:cNvPr id="92" name="圖片 91">
            <a:hlinkClick r:id="rId12" action="ppaction://hlinksldjump"/>
            <a:extLst>
              <a:ext uri="{FF2B5EF4-FFF2-40B4-BE49-F238E27FC236}">
                <a16:creationId xmlns:a16="http://schemas.microsoft.com/office/drawing/2014/main" id="{B54CB836-8DB7-41C5-892D-2C06E57DD7F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4DF047DC-7EEC-4CD9-86AF-C5EE3F5AB6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2908167" cy="868792"/>
          </a:xfrm>
          <a:prstGeom prst="rect">
            <a:avLst/>
          </a:prstGeom>
        </p:spPr>
      </p:pic>
      <p:grpSp>
        <p:nvGrpSpPr>
          <p:cNvPr id="95" name="註解文字11">
            <a:extLst>
              <a:ext uri="{FF2B5EF4-FFF2-40B4-BE49-F238E27FC236}">
                <a16:creationId xmlns:a16="http://schemas.microsoft.com/office/drawing/2014/main" id="{D675DFF8-F887-4B2C-9990-06E0EDAF781A}"/>
              </a:ext>
            </a:extLst>
          </p:cNvPr>
          <p:cNvGrpSpPr/>
          <p:nvPr/>
        </p:nvGrpSpPr>
        <p:grpSpPr>
          <a:xfrm>
            <a:off x="27252" y="5852223"/>
            <a:ext cx="8834244" cy="2135399"/>
            <a:chOff x="28216" y="3382206"/>
            <a:chExt cx="8834244" cy="2135399"/>
          </a:xfrm>
        </p:grpSpPr>
        <p:pic>
          <p:nvPicPr>
            <p:cNvPr id="96" name="圖片 95">
              <a:extLst>
                <a:ext uri="{FF2B5EF4-FFF2-40B4-BE49-F238E27FC236}">
                  <a16:creationId xmlns:a16="http://schemas.microsoft.com/office/drawing/2014/main" id="{B394985E-D22A-4E72-9290-3A6DF6ECF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97" name="圖片 96">
              <a:extLst>
                <a:ext uri="{FF2B5EF4-FFF2-40B4-BE49-F238E27FC236}">
                  <a16:creationId xmlns:a16="http://schemas.microsoft.com/office/drawing/2014/main" id="{59ABAEEA-0366-454B-AD63-33EE71457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0218" y="3778973"/>
              <a:ext cx="1775766" cy="447263"/>
            </a:xfrm>
            <a:prstGeom prst="rect">
              <a:avLst/>
            </a:prstGeom>
          </p:spPr>
        </p:pic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FD0F65BA-CC8E-4B36-8C10-1480B51766CF}"/>
                </a:ext>
              </a:extLst>
            </p:cNvPr>
            <p:cNvSpPr txBox="1"/>
            <p:nvPr/>
          </p:nvSpPr>
          <p:spPr>
            <a:xfrm>
              <a:off x="1421298" y="4201803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tiān-thâu-tsang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E823C52B-4DC9-4D6F-855A-7735700CDFD1}"/>
                </a:ext>
              </a:extLst>
            </p:cNvPr>
            <p:cNvSpPr txBox="1"/>
            <p:nvPr/>
          </p:nvSpPr>
          <p:spPr>
            <a:xfrm>
              <a:off x="1421298" y="4658315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燙頭髮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</p:grpSp>
      <p:grpSp>
        <p:nvGrpSpPr>
          <p:cNvPr id="73" name="註解文字10">
            <a:extLst>
              <a:ext uri="{FF2B5EF4-FFF2-40B4-BE49-F238E27FC236}">
                <a16:creationId xmlns:a16="http://schemas.microsoft.com/office/drawing/2014/main" id="{2CD42D9C-440C-4E4B-9EF6-F9FF556143DA}"/>
              </a:ext>
            </a:extLst>
          </p:cNvPr>
          <p:cNvGrpSpPr/>
          <p:nvPr/>
        </p:nvGrpSpPr>
        <p:grpSpPr>
          <a:xfrm>
            <a:off x="28216" y="3421395"/>
            <a:ext cx="8834244" cy="2135399"/>
            <a:chOff x="28216" y="3382206"/>
            <a:chExt cx="8834244" cy="2135399"/>
          </a:xfrm>
        </p:grpSpPr>
        <p:pic>
          <p:nvPicPr>
            <p:cNvPr id="79" name="圖片 78">
              <a:extLst>
                <a:ext uri="{FF2B5EF4-FFF2-40B4-BE49-F238E27FC236}">
                  <a16:creationId xmlns:a16="http://schemas.microsoft.com/office/drawing/2014/main" id="{7353A228-1B6B-4B72-B1EC-020DC2F25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80" name="圖片 79">
              <a:extLst>
                <a:ext uri="{FF2B5EF4-FFF2-40B4-BE49-F238E27FC236}">
                  <a16:creationId xmlns:a16="http://schemas.microsoft.com/office/drawing/2014/main" id="{9F60DB8E-41FE-4D68-A679-9C32EC3E5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0218" y="3778972"/>
              <a:ext cx="1775766" cy="447263"/>
            </a:xfrm>
            <a:prstGeom prst="rect">
              <a:avLst/>
            </a:prstGeom>
          </p:spPr>
        </p:pic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F43B2D0B-67DA-4C8D-9A54-01D7B794C7EB}"/>
                </a:ext>
              </a:extLst>
            </p:cNvPr>
            <p:cNvSpPr txBox="1"/>
            <p:nvPr/>
          </p:nvSpPr>
          <p:spPr>
            <a:xfrm>
              <a:off x="1421298" y="4201803"/>
              <a:ext cx="4802174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iân-tâu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90B87126-04AB-4BA4-B0BA-86F931F15A23}"/>
                </a:ext>
              </a:extLst>
            </p:cNvPr>
            <p:cNvSpPr txBox="1"/>
            <p:nvPr/>
          </p:nvSpPr>
          <p:spPr>
            <a:xfrm>
              <a:off x="1421297" y="4658315"/>
              <a:ext cx="7336327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英俊。形容男子長相好看</a:t>
              </a:r>
              <a:endParaRPr lang="zh-TW" altLang="en-US" sz="24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endParaRPr>
            </a:p>
          </p:txBody>
        </p:sp>
      </p:grpSp>
      <p:sp>
        <p:nvSpPr>
          <p:cNvPr id="100" name="註解點選框-11">
            <a:extLst>
              <a:ext uri="{FF2B5EF4-FFF2-40B4-BE49-F238E27FC236}">
                <a16:creationId xmlns:a16="http://schemas.microsoft.com/office/drawing/2014/main" id="{226F9877-1F19-455A-A8F2-6CCD5472D6F7}"/>
              </a:ext>
            </a:extLst>
          </p:cNvPr>
          <p:cNvSpPr/>
          <p:nvPr/>
        </p:nvSpPr>
        <p:spPr>
          <a:xfrm>
            <a:off x="5089460" y="1643208"/>
            <a:ext cx="1427836" cy="57697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註解點選框-10">
            <a:extLst>
              <a:ext uri="{FF2B5EF4-FFF2-40B4-BE49-F238E27FC236}">
                <a16:creationId xmlns:a16="http://schemas.microsoft.com/office/drawing/2014/main" id="{AB761E40-7BBD-4E77-BF9F-837C435C5633}"/>
              </a:ext>
            </a:extLst>
          </p:cNvPr>
          <p:cNvSpPr/>
          <p:nvPr/>
        </p:nvSpPr>
        <p:spPr>
          <a:xfrm>
            <a:off x="3113696" y="1088357"/>
            <a:ext cx="1049372" cy="55485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4" name="圖片 83">
            <a:hlinkClick r:id="" action="ppaction://noaction"/>
            <a:extLst>
              <a:ext uri="{FF2B5EF4-FFF2-40B4-BE49-F238E27FC236}">
                <a16:creationId xmlns:a16="http://schemas.microsoft.com/office/drawing/2014/main" id="{6CD0B7C1-33B1-40FD-A74F-5F7266E0985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1952544"/>
            <a:ext cx="233202" cy="1262035"/>
          </a:xfrm>
          <a:prstGeom prst="rect">
            <a:avLst/>
          </a:prstGeom>
        </p:spPr>
      </p:pic>
      <p:pic>
        <p:nvPicPr>
          <p:cNvPr id="2" name="001P009 手機仔07(00_17)">
            <a:hlinkClick r:id="" action="ppaction://media"/>
            <a:extLst>
              <a:ext uri="{FF2B5EF4-FFF2-40B4-BE49-F238E27FC236}">
                <a16:creationId xmlns:a16="http://schemas.microsoft.com/office/drawing/2014/main" id="{D25E235E-C7C3-4E27-9D89-0118A0BB38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577" y="257566"/>
            <a:ext cx="567001" cy="567001"/>
          </a:xfrm>
          <a:prstGeom prst="rect">
            <a:avLst/>
          </a:prstGeom>
        </p:spPr>
      </p:pic>
      <p:grpSp>
        <p:nvGrpSpPr>
          <p:cNvPr id="101" name="灰色音訊">
            <a:extLst>
              <a:ext uri="{FF2B5EF4-FFF2-40B4-BE49-F238E27FC236}">
                <a16:creationId xmlns:a16="http://schemas.microsoft.com/office/drawing/2014/main" id="{B2020EE9-EF04-4314-B526-D0E7E2CC235A}"/>
              </a:ext>
            </a:extLst>
          </p:cNvPr>
          <p:cNvGrpSpPr/>
          <p:nvPr/>
        </p:nvGrpSpPr>
        <p:grpSpPr>
          <a:xfrm>
            <a:off x="7317976" y="3281486"/>
            <a:ext cx="1026612" cy="370976"/>
            <a:chOff x="2004336" y="3253100"/>
            <a:chExt cx="1026612" cy="370976"/>
          </a:xfrm>
        </p:grpSpPr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A248B7CF-4F20-4586-82F1-1C5D7C6C9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4336" y="3253100"/>
              <a:ext cx="448114" cy="324654"/>
            </a:xfrm>
            <a:prstGeom prst="rect">
              <a:avLst/>
            </a:prstGeom>
          </p:spPr>
        </p:pic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E45A0EFC-4A65-4F40-B64B-8FB164C9B780}"/>
                </a:ext>
              </a:extLst>
            </p:cNvPr>
            <p:cNvSpPr txBox="1"/>
            <p:nvPr/>
          </p:nvSpPr>
          <p:spPr>
            <a:xfrm>
              <a:off x="2045489" y="3335023"/>
              <a:ext cx="365807" cy="289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200"/>
                </a:spcBef>
                <a:buClr>
                  <a:srgbClr val="FC8D89"/>
                </a:buClr>
              </a:pPr>
              <a:r>
                <a:rPr lang="en-US" altLang="zh-TW" sz="1100" b="1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10</a:t>
              </a:r>
              <a:endParaRPr lang="zh-TW" altLang="en-US" sz="1100" b="1" dirty="0">
                <a:solidFill>
                  <a:schemeClr val="bg1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pic>
          <p:nvPicPr>
            <p:cNvPr id="104" name="圖片 103">
              <a:extLst>
                <a:ext uri="{FF2B5EF4-FFF2-40B4-BE49-F238E27FC236}">
                  <a16:creationId xmlns:a16="http://schemas.microsoft.com/office/drawing/2014/main" id="{21C7AF80-E198-413C-A78A-C9D718EB1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2834" y="3253100"/>
              <a:ext cx="448114" cy="324654"/>
            </a:xfrm>
            <a:prstGeom prst="rect">
              <a:avLst/>
            </a:prstGeom>
          </p:spPr>
        </p:pic>
        <p:sp>
          <p:nvSpPr>
            <p:cNvPr id="105" name="文字方塊 104">
              <a:extLst>
                <a:ext uri="{FF2B5EF4-FFF2-40B4-BE49-F238E27FC236}">
                  <a16:creationId xmlns:a16="http://schemas.microsoft.com/office/drawing/2014/main" id="{EE122CB8-F70C-42FD-B11C-663EB1E26A64}"/>
                </a:ext>
              </a:extLst>
            </p:cNvPr>
            <p:cNvSpPr txBox="1"/>
            <p:nvPr/>
          </p:nvSpPr>
          <p:spPr>
            <a:xfrm>
              <a:off x="2623987" y="3335023"/>
              <a:ext cx="365807" cy="289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200"/>
                </a:spcBef>
                <a:buClr>
                  <a:srgbClr val="FC8D89"/>
                </a:buClr>
              </a:pPr>
              <a:r>
                <a:rPr lang="en-US" altLang="zh-TW" sz="1100" b="1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11</a:t>
              </a:r>
              <a:endParaRPr lang="zh-TW" altLang="en-US" sz="1100" b="1" dirty="0">
                <a:solidFill>
                  <a:schemeClr val="bg1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36" name="001P009 註解-10緣投(00_01)">
            <a:hlinkClick r:id="" action="ppaction://media"/>
            <a:extLst>
              <a:ext uri="{FF2B5EF4-FFF2-40B4-BE49-F238E27FC236}">
                <a16:creationId xmlns:a16="http://schemas.microsoft.com/office/drawing/2014/main" id="{74619A31-9B73-45C2-8765-2C79224054B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036" y="3286059"/>
            <a:ext cx="448114" cy="320081"/>
          </a:xfrm>
          <a:prstGeom prst="rect">
            <a:avLst/>
          </a:prstGeom>
        </p:spPr>
      </p:pic>
      <p:pic>
        <p:nvPicPr>
          <p:cNvPr id="37" name="001P009 註解-11電頭鬃(00_01)">
            <a:hlinkClick r:id="" action="ppaction://media"/>
            <a:extLst>
              <a:ext uri="{FF2B5EF4-FFF2-40B4-BE49-F238E27FC236}">
                <a16:creationId xmlns:a16="http://schemas.microsoft.com/office/drawing/2014/main" id="{CF953BDF-0539-48BD-BAFA-B2685BC214DD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474" y="3286059"/>
            <a:ext cx="448114" cy="320081"/>
          </a:xfrm>
          <a:prstGeom prst="rect">
            <a:avLst/>
          </a:prstGeom>
        </p:spPr>
      </p:pic>
      <p:pic>
        <p:nvPicPr>
          <p:cNvPr id="40" name="台羅按鈕">
            <a:extLst>
              <a:ext uri="{FF2B5EF4-FFF2-40B4-BE49-F238E27FC236}">
                <a16:creationId xmlns:a16="http://schemas.microsoft.com/office/drawing/2014/main" id="{83343CC8-4F79-405F-94F3-2B1926937C0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082" y="257566"/>
            <a:ext cx="567001" cy="567001"/>
          </a:xfrm>
          <a:prstGeom prst="rect">
            <a:avLst/>
          </a:prstGeom>
        </p:spPr>
      </p:pic>
      <p:grpSp>
        <p:nvGrpSpPr>
          <p:cNvPr id="41" name="台羅文字">
            <a:extLst>
              <a:ext uri="{FF2B5EF4-FFF2-40B4-BE49-F238E27FC236}">
                <a16:creationId xmlns:a16="http://schemas.microsoft.com/office/drawing/2014/main" id="{AA6D4C12-E057-405D-83EA-72E488D205C3}"/>
              </a:ext>
            </a:extLst>
          </p:cNvPr>
          <p:cNvGrpSpPr/>
          <p:nvPr/>
        </p:nvGrpSpPr>
        <p:grpSpPr>
          <a:xfrm>
            <a:off x="18284614" y="3423681"/>
            <a:ext cx="8834244" cy="2130827"/>
            <a:chOff x="9220638" y="3384492"/>
            <a:chExt cx="8834244" cy="2130827"/>
          </a:xfrm>
        </p:grpSpPr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EAAFA006-B041-4B37-9103-CA1A6C193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4492"/>
              <a:ext cx="8834244" cy="2130827"/>
            </a:xfrm>
            <a:prstGeom prst="rect">
              <a:avLst/>
            </a:prstGeom>
          </p:spPr>
        </p:pic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D3124EE3-AB79-4EAB-801A-0E5B38CC6B58}"/>
                </a:ext>
              </a:extLst>
            </p:cNvPr>
            <p:cNvSpPr txBox="1"/>
            <p:nvPr/>
          </p:nvSpPr>
          <p:spPr>
            <a:xfrm>
              <a:off x="10559338" y="3629758"/>
              <a:ext cx="7219507" cy="1715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Ū-kàu </a:t>
              </a:r>
              <a:r>
                <a:rPr lang="en-US" altLang="zh-TW" sz="2200" b="1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iân-tâu</a:t>
              </a:r>
              <a:r>
                <a:rPr lang="en-US" altLang="zh-TW" sz="2000" b="1" baseline="30000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10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 khuànn guá tshīng se-tsong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Suí-suí phang-phang tshut-mn̂g lâi </a:t>
              </a:r>
              <a:r>
                <a:rPr lang="en-US" altLang="zh-TW" sz="2200" b="1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tiān-thâu-tsang</a:t>
              </a:r>
              <a:r>
                <a:rPr lang="en-US" altLang="zh-TW" sz="2000" b="1" baseline="30000">
                  <a:solidFill>
                    <a:srgbClr val="FF6D82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11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Tsa-hng guá bé ts</a:t>
              </a:r>
              <a:r>
                <a:rPr lang="en-US" altLang="zh-TW" sz="22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…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 ki sin ê tshiú-ki-á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Beh khì sàng hōo ts</a:t>
              </a:r>
              <a:r>
                <a:rPr lang="en-US" altLang="zh-TW" sz="2200" b="1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…</a:t>
              </a: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t-ê siōng tiōng-iàu ê lâng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grpSp>
        <p:nvGrpSpPr>
          <p:cNvPr id="87" name="頁碼">
            <a:extLst>
              <a:ext uri="{FF2B5EF4-FFF2-40B4-BE49-F238E27FC236}">
                <a16:creationId xmlns:a16="http://schemas.microsoft.com/office/drawing/2014/main" id="{21C1359C-8DFE-45BB-BA03-5009545C8FA9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89" name="圖片 88">
              <a:extLst>
                <a:ext uri="{FF2B5EF4-FFF2-40B4-BE49-F238E27FC236}">
                  <a16:creationId xmlns:a16="http://schemas.microsoft.com/office/drawing/2014/main" id="{CE37F782-7ED1-435C-86F9-22C6D9969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685A1A24-1185-4E44-8582-6CE1DC31CE8E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009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45" name="課文放大按鈕">
            <a:hlinkClick r:id="" action="ppaction://noaction"/>
            <a:extLst>
              <a:ext uri="{FF2B5EF4-FFF2-40B4-BE49-F238E27FC236}">
                <a16:creationId xmlns:a16="http://schemas.microsoft.com/office/drawing/2014/main" id="{3F28CB98-64BE-4FD4-8D3B-2CEDC380D54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459" y="257566"/>
            <a:ext cx="567001" cy="567001"/>
          </a:xfrm>
          <a:prstGeom prst="rect">
            <a:avLst/>
          </a:prstGeom>
        </p:spPr>
      </p:pic>
      <p:pic>
        <p:nvPicPr>
          <p:cNvPr id="44" name="影片-按鈕">
            <a:hlinkClick r:id="" action="ppaction://noaction"/>
            <a:extLst>
              <a:ext uri="{FF2B5EF4-FFF2-40B4-BE49-F238E27FC236}">
                <a16:creationId xmlns:a16="http://schemas.microsoft.com/office/drawing/2014/main" id="{540FAE46-3F68-45CD-8EDD-DA214F338B42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081" y="311447"/>
            <a:ext cx="555570" cy="45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6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89947E-6 L -1.00382 1.89947E-6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6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6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8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0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91586E-6 L 2.5E-6 -0.42683 " pathEditMode="relative" rAng="0" ptsTypes="AA">
                                      <p:cBhvr>
                                        <p:cTn id="11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355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2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4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audio>
              <p:cMediaNode vol="80000">
                <p:cTn id="1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9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4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audio>
              <p:cMediaNode vol="80000">
                <p:cTn id="1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  <p:audio>
              <p:cMediaNode vol="80000">
                <p:cTn id="1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2.59372E-6 L -1.99653 2.59372E-6 " pathEditMode="relative" rAng="0" ptsTypes="AA">
                                      <p:cBhvr>
                                        <p:cTn id="1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826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7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7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圖片 61">
            <a:extLst>
              <a:ext uri="{FF2B5EF4-FFF2-40B4-BE49-F238E27FC236}">
                <a16:creationId xmlns:a16="http://schemas.microsoft.com/office/drawing/2014/main" id="{ABAC086E-0BD0-4FD7-9F24-8B7E79C170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D08AF0FB-8CC6-4AB2-97EA-21F16C67D2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64" name="文字方塊 63">
            <a:extLst>
              <a:ext uri="{FF2B5EF4-FFF2-40B4-BE49-F238E27FC236}">
                <a16:creationId xmlns:a16="http://schemas.microsoft.com/office/drawing/2014/main" id="{A5CBEBE3-843F-450C-B237-98E54C8F24A0}"/>
              </a:ext>
            </a:extLst>
          </p:cNvPr>
          <p:cNvSpPr txBox="1"/>
          <p:nvPr/>
        </p:nvSpPr>
        <p:spPr>
          <a:xfrm>
            <a:off x="2267487" y="1004639"/>
            <a:ext cx="6306358" cy="2424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下晡三點 火車欲起行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轉來看著 故鄉的阿媽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伊講 伊講 伊無愛手機仔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伊只想欲 佇巷仔口 會當看著我</a:t>
            </a:r>
            <a:br>
              <a:rPr lang="en-US" altLang="zh-TW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800" b="1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佇咱兜的巷仔口 等待著我</a:t>
            </a:r>
          </a:p>
        </p:txBody>
      </p:sp>
      <p:grpSp>
        <p:nvGrpSpPr>
          <p:cNvPr id="65" name="翻譯文字">
            <a:extLst>
              <a:ext uri="{FF2B5EF4-FFF2-40B4-BE49-F238E27FC236}">
                <a16:creationId xmlns:a16="http://schemas.microsoft.com/office/drawing/2014/main" id="{33A97196-34C1-4F28-9B6F-331221CEBD3E}"/>
              </a:ext>
            </a:extLst>
          </p:cNvPr>
          <p:cNvGrpSpPr/>
          <p:nvPr/>
        </p:nvGrpSpPr>
        <p:grpSpPr>
          <a:xfrm>
            <a:off x="9220127" y="3408332"/>
            <a:ext cx="8834244" cy="2135399"/>
            <a:chOff x="9220638" y="3382206"/>
            <a:chExt cx="8834244" cy="2135399"/>
          </a:xfrm>
        </p:grpSpPr>
        <p:pic>
          <p:nvPicPr>
            <p:cNvPr id="66" name="圖片 65">
              <a:extLst>
                <a:ext uri="{FF2B5EF4-FFF2-40B4-BE49-F238E27FC236}">
                  <a16:creationId xmlns:a16="http://schemas.microsoft.com/office/drawing/2014/main" id="{167B4CE8-FC3E-4C2C-B22E-253FE6812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330AC3F3-6330-4DEF-9AD3-2C345A1490EA}"/>
                </a:ext>
              </a:extLst>
            </p:cNvPr>
            <p:cNvSpPr txBox="1"/>
            <p:nvPr/>
          </p:nvSpPr>
          <p:spPr>
            <a:xfrm>
              <a:off x="11835460" y="3487590"/>
              <a:ext cx="6074229" cy="1924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下午三點 火車準備起行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回去探望 故鄉的奶奶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她說 她說 我不要手機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她只希望能夠 在巷口 看到我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在我們家的巷子口 等待著我回來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75" name="翻譯按鈕">
            <a:extLst>
              <a:ext uri="{FF2B5EF4-FFF2-40B4-BE49-F238E27FC236}">
                <a16:creationId xmlns:a16="http://schemas.microsoft.com/office/drawing/2014/main" id="{E4E22654-C7AE-4969-8957-BA84C0593E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954" y="257566"/>
            <a:ext cx="567001" cy="567001"/>
          </a:xfrm>
          <a:prstGeom prst="rect">
            <a:avLst/>
          </a:prstGeom>
        </p:spPr>
      </p:pic>
      <p:grpSp>
        <p:nvGrpSpPr>
          <p:cNvPr id="76" name="頁碼">
            <a:extLst>
              <a:ext uri="{FF2B5EF4-FFF2-40B4-BE49-F238E27FC236}">
                <a16:creationId xmlns:a16="http://schemas.microsoft.com/office/drawing/2014/main" id="{B14B80AE-BBBA-4F08-89EE-B3A18C0C2833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77" name="圖片 76">
              <a:extLst>
                <a:ext uri="{FF2B5EF4-FFF2-40B4-BE49-F238E27FC236}">
                  <a16:creationId xmlns:a16="http://schemas.microsoft.com/office/drawing/2014/main" id="{81BC36A3-08B3-41CD-A911-E251EC750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499F8F7C-B9F1-4153-B62C-398B1FCED252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009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85" name="圖片 84">
            <a:hlinkClick r:id="rId9" action="ppaction://hlinksldjump"/>
            <a:extLst>
              <a:ext uri="{FF2B5EF4-FFF2-40B4-BE49-F238E27FC236}">
                <a16:creationId xmlns:a16="http://schemas.microsoft.com/office/drawing/2014/main" id="{FB01225F-009B-4472-9D2F-A709517182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C76CF426-1D45-46B8-9674-9FDB7C55F6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2908167" cy="868792"/>
          </a:xfrm>
          <a:prstGeom prst="rect">
            <a:avLst/>
          </a:prstGeom>
        </p:spPr>
      </p:pic>
      <p:pic>
        <p:nvPicPr>
          <p:cNvPr id="3" name="001P009 手機仔08(00_24)">
            <a:hlinkClick r:id="" action="ppaction://media"/>
            <a:extLst>
              <a:ext uri="{FF2B5EF4-FFF2-40B4-BE49-F238E27FC236}">
                <a16:creationId xmlns:a16="http://schemas.microsoft.com/office/drawing/2014/main" id="{00DA905B-4E7C-49CD-BCE4-2F618190B1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826" y="257566"/>
            <a:ext cx="567001" cy="567001"/>
          </a:xfrm>
          <a:prstGeom prst="rect">
            <a:avLst/>
          </a:prstGeom>
        </p:spPr>
      </p:pic>
      <p:pic>
        <p:nvPicPr>
          <p:cNvPr id="17" name="台羅按鈕">
            <a:extLst>
              <a:ext uri="{FF2B5EF4-FFF2-40B4-BE49-F238E27FC236}">
                <a16:creationId xmlns:a16="http://schemas.microsoft.com/office/drawing/2014/main" id="{C285061A-6A9B-4974-AA76-EA804F26CA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331" y="257566"/>
            <a:ext cx="567001" cy="567001"/>
          </a:xfrm>
          <a:prstGeom prst="rect">
            <a:avLst/>
          </a:prstGeom>
        </p:spPr>
      </p:pic>
      <p:grpSp>
        <p:nvGrpSpPr>
          <p:cNvPr id="18" name="台羅文字">
            <a:extLst>
              <a:ext uri="{FF2B5EF4-FFF2-40B4-BE49-F238E27FC236}">
                <a16:creationId xmlns:a16="http://schemas.microsoft.com/office/drawing/2014/main" id="{316B44F3-8759-4B85-984A-7627F339E229}"/>
              </a:ext>
            </a:extLst>
          </p:cNvPr>
          <p:cNvGrpSpPr/>
          <p:nvPr/>
        </p:nvGrpSpPr>
        <p:grpSpPr>
          <a:xfrm>
            <a:off x="18284614" y="3423681"/>
            <a:ext cx="8834244" cy="2130827"/>
            <a:chOff x="9220638" y="3384492"/>
            <a:chExt cx="8834244" cy="2130827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56AAFB6E-4DD1-4D7B-B47A-2AE8CCECC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4492"/>
              <a:ext cx="8834244" cy="2130827"/>
            </a:xfrm>
            <a:prstGeom prst="rect">
              <a:avLst/>
            </a:prstGeom>
          </p:spPr>
        </p:pic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FB61423F-89EF-4FBC-A64D-721C78DB4D78}"/>
                </a:ext>
              </a:extLst>
            </p:cNvPr>
            <p:cNvSpPr txBox="1"/>
            <p:nvPr/>
          </p:nvSpPr>
          <p:spPr>
            <a:xfrm>
              <a:off x="10660938" y="3516029"/>
              <a:ext cx="7324878" cy="1924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1200"/>
                </a:spcBef>
              </a:pP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Ē-poo sann tiám hué-tshia beh khí-kiânn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Tńg-lâi khuànn-tio̍h kòo-hiong ê A-má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I kóng i kóng i bô ài tshiú-ki-á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I tsí siūnn-beh tī hāng-á-kháu ē-tàng khuànn-tio̍h guá</a:t>
              </a:r>
              <a:b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en-US" altLang="zh-TW" sz="2200" b="1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Tī lán tau ê hāng-á-kháu tán-thāi tio̍h guá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21" name="影片-按鈕">
            <a:hlinkClick r:id="" action="ppaction://noaction"/>
            <a:extLst>
              <a:ext uri="{FF2B5EF4-FFF2-40B4-BE49-F238E27FC236}">
                <a16:creationId xmlns:a16="http://schemas.microsoft.com/office/drawing/2014/main" id="{2C3EBB86-FE28-4EE6-9BE7-C24F2CE8399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081" y="311447"/>
            <a:ext cx="555570" cy="452687"/>
          </a:xfrm>
          <a:prstGeom prst="rect">
            <a:avLst/>
          </a:prstGeom>
        </p:spPr>
      </p:pic>
      <p:pic>
        <p:nvPicPr>
          <p:cNvPr id="22" name="課文放大按鈕">
            <a:hlinkClick r:id="" action="ppaction://noaction"/>
            <a:extLst>
              <a:ext uri="{FF2B5EF4-FFF2-40B4-BE49-F238E27FC236}">
                <a16:creationId xmlns:a16="http://schemas.microsoft.com/office/drawing/2014/main" id="{FB230494-B470-4B99-87A5-A2D0EE5DBF9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459" y="257566"/>
            <a:ext cx="567001" cy="56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0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89947E-6 L -1.00382 1.89947E-6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2.59372E-6 L -1.99653 2.59372E-6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826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theme/theme1.xml><?xml version="1.0" encoding="utf-8"?>
<a:theme xmlns:a="http://schemas.openxmlformats.org/drawingml/2006/main" name="Office 佈景主題">
  <a:themeElements>
    <a:clrScheme name="自訂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6D82"/>
      </a:hlink>
      <a:folHlink>
        <a:srgbClr val="FF6D8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109640</TotalTime>
  <Words>1011</Words>
  <Application>Microsoft Office PowerPoint</Application>
  <PresentationFormat>自訂</PresentationFormat>
  <Paragraphs>70</Paragraphs>
  <Slides>9</Slides>
  <Notes>1</Notes>
  <HiddenSlides>0</HiddenSlides>
  <MMClips>20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Calibri</vt:lpstr>
      <vt:lpstr>微軟正黑體</vt:lpstr>
      <vt:lpstr>Taiwanese Serif</vt:lpstr>
      <vt:lpstr>Arial</vt:lpstr>
      <vt:lpstr>台灣楷體</vt:lpstr>
      <vt:lpstr>Wingdings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Yuida</dc:creator>
  <cp:lastModifiedBy>karen chang</cp:lastModifiedBy>
  <cp:revision>3338</cp:revision>
  <dcterms:created xsi:type="dcterms:W3CDTF">2020-07-06T08:42:47Z</dcterms:created>
  <dcterms:modified xsi:type="dcterms:W3CDTF">2026-09-04T15:36:03Z</dcterms:modified>
</cp:coreProperties>
</file>